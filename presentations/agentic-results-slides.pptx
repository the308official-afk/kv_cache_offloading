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54305"/>
            <a:ext cx="11643359" cy="654938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54305"/>
            <a:ext cx="11643359" cy="654938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54305"/>
            <a:ext cx="11643359" cy="654938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54305"/>
            <a:ext cx="11643359" cy="654938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54305"/>
            <a:ext cx="11643359" cy="654938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54305"/>
            <a:ext cx="11643359" cy="654938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54305"/>
            <a:ext cx="11643359" cy="654938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54305"/>
            <a:ext cx="11643359" cy="654938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
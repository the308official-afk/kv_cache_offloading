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1" y="228600"/>
            <a:ext cx="1047701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299" y="228600"/>
            <a:ext cx="8259096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03" y="228600"/>
            <a:ext cx="9571289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08" y="228600"/>
            <a:ext cx="10530879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99" y="228600"/>
            <a:ext cx="1025409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87" y="228600"/>
            <a:ext cx="10015921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18" y="228600"/>
            <a:ext cx="11101658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405" y="228600"/>
            <a:ext cx="7256885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7" y="228600"/>
            <a:ext cx="113792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39" y="228600"/>
            <a:ext cx="108230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024" y="228600"/>
            <a:ext cx="7509646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07" y="228600"/>
            <a:ext cx="8103881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560" y="228600"/>
            <a:ext cx="7008574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789" y="228600"/>
            <a:ext cx="86061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332" y="228600"/>
            <a:ext cx="7657031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39" y="228600"/>
            <a:ext cx="11363417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
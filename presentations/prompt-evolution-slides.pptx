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slide-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lid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lid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lide-1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
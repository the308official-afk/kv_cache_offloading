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893"/>
            <a:ext cx="11186159" cy="6292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893"/>
            <a:ext cx="11186159" cy="62922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893"/>
            <a:ext cx="11186159" cy="62922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893"/>
            <a:ext cx="11186159" cy="62922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893"/>
            <a:ext cx="11186159" cy="62922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893"/>
            <a:ext cx="11186159" cy="62922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893"/>
            <a:ext cx="11186159" cy="6292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2893"/>
            <a:ext cx="11186159" cy="62922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
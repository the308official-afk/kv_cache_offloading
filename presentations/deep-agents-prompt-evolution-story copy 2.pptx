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a7fd2815a94342" /><Relationship Type="http://schemas.openxmlformats.org/officeDocument/2006/relationships/extended-properties" Target="/docProps/app.xml" Id="Rcf2a364a89ae4a78" /><Relationship Type="http://schemas.openxmlformats.org/officeDocument/2006/relationships/officeDocument" Target="/ppt/presentation.xml" Id="Ra0c7d9f852ac4a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1d945c1b0f4642"/>
  </p:sldMasterIdLst>
  <p:notesMasterIdLst>
    <p:notesMasterId xmlns:r="http://schemas.openxmlformats.org/officeDocument/2006/relationships" r:id="R4c5b4424443b4cf6"/>
  </p:notesMasterIdLst>
  <p:sldIdLst>
    <p:sldId xmlns:r="http://schemas.openxmlformats.org/officeDocument/2006/relationships" id="256" r:id="Rc484f385dad740f9"/>
    <p:sldId xmlns:r="http://schemas.openxmlformats.org/officeDocument/2006/relationships" id="257" r:id="Rd69d620180f848eb"/>
    <p:sldId xmlns:r="http://schemas.openxmlformats.org/officeDocument/2006/relationships" id="258" r:id="Rd0e5fdbc34a04654"/>
    <p:sldId xmlns:r="http://schemas.openxmlformats.org/officeDocument/2006/relationships" id="259" r:id="R581f5140136b4daf"/>
    <p:sldId xmlns:r="http://schemas.openxmlformats.org/officeDocument/2006/relationships" id="260" r:id="R0315fab2497048ed"/>
    <p:sldId xmlns:r="http://schemas.openxmlformats.org/officeDocument/2006/relationships" id="261" r:id="R9984e1c9e220486f"/>
    <p:sldId xmlns:r="http://schemas.openxmlformats.org/officeDocument/2006/relationships" id="262" r:id="R0ad42174c6d5433d"/>
    <p:sldId xmlns:r="http://schemas.openxmlformats.org/officeDocument/2006/relationships" id="263" r:id="R4a1ecc108844465f"/>
    <p:sldId xmlns:r="http://schemas.openxmlformats.org/officeDocument/2006/relationships" id="264" r:id="R7a75ad908558485a"/>
    <p:sldId xmlns:r="http://schemas.openxmlformats.org/officeDocument/2006/relationships" id="265" r:id="R4865d4ebb7bb4bdc"/>
    <p:sldId xmlns:r="http://schemas.openxmlformats.org/officeDocument/2006/relationships" id="266" r:id="Rd5cb7227a9b641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d945c1b0f4642" /><Relationship Type="http://schemas.openxmlformats.org/officeDocument/2006/relationships/theme" Target="/ppt/theme/theme1.xml" Id="R7408e1ff038f4f0a" /><Relationship Type="http://schemas.openxmlformats.org/officeDocument/2006/relationships/notesMaster" Target="/ppt/notesMasters/notesMaster1.xml" Id="R4c5b4424443b4cf6" /><Relationship Type="http://schemas.openxmlformats.org/officeDocument/2006/relationships/presProps" Target="/ppt/presProps.xml" Id="R66a2b8070d424d59" /><Relationship Type="http://schemas.openxmlformats.org/officeDocument/2006/relationships/viewProps" Target="/ppt/viewProps.xml" Id="Rffefa72c35294780" /><Relationship Type="http://schemas.openxmlformats.org/officeDocument/2006/relationships/tableStyles" Target="/ppt/tableStyles.xml" Id="R4f2b56a1031f45bd" /><Relationship Type="http://schemas.openxmlformats.org/officeDocument/2006/relationships/slide" Target="/ppt/slides/slide1.xml" Id="Rc484f385dad740f9" /><Relationship Type="http://schemas.openxmlformats.org/officeDocument/2006/relationships/slide" Target="/ppt/slides/slide2.xml" Id="Rd69d620180f848eb" /><Relationship Type="http://schemas.openxmlformats.org/officeDocument/2006/relationships/slide" Target="/ppt/slides/slide3.xml" Id="Rd0e5fdbc34a04654" /><Relationship Type="http://schemas.openxmlformats.org/officeDocument/2006/relationships/slide" Target="/ppt/slides/slide4.xml" Id="R581f5140136b4daf" /><Relationship Type="http://schemas.openxmlformats.org/officeDocument/2006/relationships/slide" Target="/ppt/slides/slide5.xml" Id="R0315fab2497048ed" /><Relationship Type="http://schemas.openxmlformats.org/officeDocument/2006/relationships/slide" Target="/ppt/slides/slide6.xml" Id="R9984e1c9e220486f" /><Relationship Type="http://schemas.openxmlformats.org/officeDocument/2006/relationships/slide" Target="/ppt/slides/slide7.xml" Id="R0ad42174c6d5433d" /><Relationship Type="http://schemas.openxmlformats.org/officeDocument/2006/relationships/slide" Target="/ppt/slides/slide8.xml" Id="R4a1ecc108844465f" /><Relationship Type="http://schemas.openxmlformats.org/officeDocument/2006/relationships/slide" Target="/ppt/slides/slide9.xml" Id="R7a75ad908558485a" /><Relationship Type="http://schemas.openxmlformats.org/officeDocument/2006/relationships/slide" Target="/ppt/slides/slide10.xml" Id="R4865d4ebb7bb4bdc" /><Relationship Type="http://schemas.openxmlformats.org/officeDocument/2006/relationships/slide" Target="/ppt/slides/slide11.xml" Id="Rd5cb7227a9b641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bdf7c51c29c4c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a987519b8b4ac5" /><Relationship Type="http://schemas.openxmlformats.org/officeDocument/2006/relationships/notesMaster" Target="/ppt/notesMasters/notesMaster1.xml" Id="R13a2ce1a098441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9b5bd2a72b44fd" /><Relationship Type="http://schemas.openxmlformats.org/officeDocument/2006/relationships/notesMaster" Target="/ppt/notesMasters/notesMaster1.xml" Id="R418a843da53d48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6d6ddb58e943b5" /><Relationship Type="http://schemas.openxmlformats.org/officeDocument/2006/relationships/notesMaster" Target="/ppt/notesMasters/notesMaster1.xml" Id="Rfebbbfffc8b949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a50a6771f248dd" /><Relationship Type="http://schemas.openxmlformats.org/officeDocument/2006/relationships/notesMaster" Target="/ppt/notesMasters/notesMaster1.xml" Id="Ra3cdc4199d9845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91325ad5ac40e1" /><Relationship Type="http://schemas.openxmlformats.org/officeDocument/2006/relationships/notesMaster" Target="/ppt/notesMasters/notesMaster1.xml" Id="R36a6c09e243e49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c9c11e840e42c5" /><Relationship Type="http://schemas.openxmlformats.org/officeDocument/2006/relationships/notesMaster" Target="/ppt/notesMasters/notesMaster1.xml" Id="R8750edffccb64c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649dc75a5f4efd" /><Relationship Type="http://schemas.openxmlformats.org/officeDocument/2006/relationships/notesMaster" Target="/ppt/notesMasters/notesMaster1.xml" Id="R0aec4bd922ca4d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7ebf8cc3d744f9" /><Relationship Type="http://schemas.openxmlformats.org/officeDocument/2006/relationships/notesMaster" Target="/ppt/notesMasters/notesMaster1.xml" Id="R64a83e549f3743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0ee21aaa304d05" /><Relationship Type="http://schemas.openxmlformats.org/officeDocument/2006/relationships/notesMaster" Target="/ppt/notesMasters/notesMaster1.xml" Id="R65d53b2f7a594a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8201852ff34660" /><Relationship Type="http://schemas.openxmlformats.org/officeDocument/2006/relationships/notesMaster" Target="/ppt/notesMasters/notesMaster1.xml" Id="R711b256138434e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b5dbea00bd4e5b" /><Relationship Type="http://schemas.openxmlformats.org/officeDocument/2006/relationships/notesMaster" Target="/ppt/notesMasters/notesMaster1.xml" Id="R8d895026d75d40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a808630e1483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8ac4f3450b4968" /><Relationship Type="http://schemas.openxmlformats.org/officeDocument/2006/relationships/slideLayout" Target="/ppt/slideLayouts/slideLayout2.xml" Id="R1f3104bd22934e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3104bd22934e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a83eedc5334791" /><Relationship Type="http://schemas.openxmlformats.org/officeDocument/2006/relationships/notesSlide" Target="/ppt/notesSlides/notesSlide1.xml" Id="R37aa8b9b79ad49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bfdeef13be4aaf" /><Relationship Type="http://schemas.openxmlformats.org/officeDocument/2006/relationships/notesSlide" Target="/ppt/notesSlides/notesSlide2.xml" Id="Rcd7ffbab3a4a4b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02a4ba001e4e26" /><Relationship Type="http://schemas.openxmlformats.org/officeDocument/2006/relationships/notesSlide" Target="/ppt/notesSlides/notesSlide3.xml" Id="R48406976447548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5f5d655c38432e" /><Relationship Type="http://schemas.openxmlformats.org/officeDocument/2006/relationships/notesSlide" Target="/ppt/notesSlides/notesSlide4.xml" Id="Rc48c2da8da7f42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8284b234a4fcd" /><Relationship Type="http://schemas.openxmlformats.org/officeDocument/2006/relationships/notesSlide" Target="/ppt/notesSlides/notesSlide5.xml" Id="Rce487d677aed47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79b736316f4831" /><Relationship Type="http://schemas.openxmlformats.org/officeDocument/2006/relationships/notesSlide" Target="/ppt/notesSlides/notesSlide6.xml" Id="Rdc5705058c5743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1ac319ccb946ca" /><Relationship Type="http://schemas.openxmlformats.org/officeDocument/2006/relationships/notesSlide" Target="/ppt/notesSlides/notesSlide7.xml" Id="R6759b90c068141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c5a6fdd3904cda" /><Relationship Type="http://schemas.openxmlformats.org/officeDocument/2006/relationships/notesSlide" Target="/ppt/notesSlides/notesSlide8.xml" Id="Rcf0eef5afe8b43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6f21be39df48c9" /><Relationship Type="http://schemas.openxmlformats.org/officeDocument/2006/relationships/notesSlide" Target="/ppt/notesSlides/notesSlide9.xml" Id="R9552b02c1dd44e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cd3e144ce34ddb" /><Relationship Type="http://schemas.openxmlformats.org/officeDocument/2006/relationships/notesSlide" Target="/ppt/notesSlides/notesSlide10.xml" Id="Ra6317479fb224c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0b34ff738341ea" /><Relationship Type="http://schemas.openxmlformats.org/officeDocument/2006/relationships/notesSlide" Target="/ppt/notesSlides/notesSlide11.xml" Id="R7cf19c5342ef453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05A3B0-04E7-4ED4-8799-9C0547FF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933A6-9522-4B31-81BA-572723D1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CCD78-7D32-4636-93BE-ED6536A3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PLAIN-ENGLISH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9D7F7-55F7-44FF-9652-340B048A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This setup traces how one task changes as it moves through the agent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511AC-815F-4DA7-A7C4-C47F619A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Think of it like tracking a package: we see what entered the system, how it was repackaged at each handoff, and what came out at the 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5A179-B6BE-40DA-821F-07DFABFC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7F397-ACCC-4A83-9A6C-43068282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F92AD-0621-4E0B-9EFF-EA1739D1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0B864-6E5F-4BFD-8BCB-C49FDD2F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527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Raw task enters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403EF-A8C6-438B-9A76-BFC55A67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Repo, bug report, tests, and workspace are loaded.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B25CC-9D8E-4929-A82E-375472A3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48CB1-B16B-48AD-9F6E-2DE18DC2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44A0F-284F-42E8-9092-71F1C309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33571-FEBB-4FE1-BCD4-D7AC75D6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32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becomes a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D9636-34A4-4261-919D-D2870F05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scattered task details become one instruction message.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A85CF-ED87-44B0-B414-46896C26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6531B-39A6-44A3-B66E-F75C888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92941-19EC-42AA-8B72-F29355A4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5F17E-8808-4032-96E5-8EBC7DED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becomes a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F9A23-ABD9-43B7-8BCB-94E89527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message is wrapped with model, context, and tool settings.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34537-5EA9-4FDE-BCBF-5F796296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3414E-91BE-460A-A0E5-58F36C54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CD90D-7C94-4456-95D6-A8646984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418C4-C005-46C3-8E10-1E39EA3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243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context is attached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76FA8-77FF-4008-B1CE-63B13322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339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Tools, parser, token counts, and cache signals are recorded.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6CD8A9-5333-435B-9D8D-50D1CA5D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CDB3B3-2BF9-47B7-BF0C-824D9BEF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B72A84-E72D-45B3-8D77-1ABA9A41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F728E2-C975-4EB7-8806-8F346572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149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is recorded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3AD1B2-DAC0-4F30-88A1-40EA8AE3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244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trace shows tool calls, response, and workspace outcome.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EAE47-5F86-4103-968D-BAAE84AC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905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6408F1-BA78-4361-AA6E-C908B66B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AD769B-D520-4502-9331-2F2FCE84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Who Is Involved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3A86BD-0F0B-4B84-ABB1-CE75EE8A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1731D3-70AC-4142-B26B-CB73900A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575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the task and workspace.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5B86A4-E405-42DC-9537-6625F987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CEB7FF-FB71-40BB-9577-FA5D1671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528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the agent instructions.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AC6305-77D5-4ED3-8F0A-494D8C2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A9C51E-1026-4026-A98E-D193F7CD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481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packages the model request.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208F11-54E4-4B4A-AF88-8F48BFDC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3F4314-3EF8-452F-AA07-65B4C5FE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adds behavior rules and records behavior.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AB8954-815F-4D09-9880-220A646A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3870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52FC0D-F2FE-4C61-90FA-F43E2A9F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387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tools, parser, and runtime state.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89FD54-4497-49B6-88EA-0B51D1EE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BB3F7A-F450-4410-BA8E-5A1F02FD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037681-7B4D-4DEE-88B5-B8875C52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508306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2FD0D7-26FF-43DF-8157-6BB25CF0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C1367-9561-4F08-9315-BBC6FCE8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04641-91E2-4B69-819B-0F2B8D3D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COMPONENT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23499-7C2D-443D-BF78-548BA0D8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layer has a clear job in the prompt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0E4FC-44A1-4145-BD3E-CA09E892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D2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09300-092A-4B68-808C-7AF02E6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D2BBD-56AE-4344-83B8-1527FB92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SWE-bench Pro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6E28E-BA4C-43FB-B42E-2D8763F2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coding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ADE9C-A9FE-408C-8FEC-7EA98F3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1910C-254C-4AB3-918E-D71F8B17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8D3FD-4D4E-4CAB-B907-71471CC3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52880-4C66-483F-BB3E-0EBB4924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336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AgentBench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FC6C8-069F-461E-BE9E-7CBB11D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622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7F1AD-C3B0-4FC6-BCBF-51B1FAE2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77342-A982-4D3E-877F-43BD77DF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4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5FAEB-76CD-43BA-A0D4-386CBEF6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E4BC5-F434-4611-82EC-894EDE63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19C87-01F1-4FE5-8D13-8C3C81C6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622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writes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7A15C-699D-4D1D-B219-6A07285A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3ABBA-6FDB-4931-B5BE-1C956CDF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6E034-D4A2-40CE-B563-3F30EA52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9733D-FD95-4DD6-9EF9-8ADFAB62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336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B869C-4413-41C0-A55B-1747DB3A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622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 behavior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D8307-C24E-4A59-BF57-17596F0E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C0094-4D37-4756-AD2F-FA7CB54B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F9F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C46915-C283-4CB4-958C-DED039D4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B166D-F4D4-426B-AB14-8F7E2984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E991D2-D6E9-4661-A774-52AD87EE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622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prepares request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CD6803-DA7A-4A59-A7B1-396F2539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BA0389-4454-41AC-B3A6-66B8BB4E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F9F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F29ADA-C53D-47BD-AFA2-6A70D1FB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021524-486B-4378-9CAB-34DF9891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F0F883-CDEA-490E-89E0-F00F6A6F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0C1867-04A9-4AFB-BE42-7339872B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383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28C93F-CAEA-4D4E-A365-BFC78D74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1028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E123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4DAD4C-E7CF-49EE-A627-DBECA029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4A65E0-54F7-4BFC-8BE1-36E69BE9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D53B2A-81BD-4F87-BC70-1084A3F1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shape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CB6877-7215-447C-8DD0-7C91E135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1CC40A-65C5-4389-BE8F-A961D688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ABE706-79E9-40B8-8C5F-AC9A7E96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SWE-bench Pro Task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B4B5C8-C995-4360-8046-7121776F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24200"/>
            <a:ext cx="525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Real software-engineering bug task with repo, tests, and expected behavior.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9C4EA5-5EDD-4427-B8DF-43EA0E39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A3823D-951D-4BD4-865B-4745EA73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B40BAB-B7A3-4B2C-AAF8-9AF79BCF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AgentBench Bootstrap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F196DF-30D1-4CD3-9CA3-67BC7953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05200"/>
            <a:ext cx="525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simple local harness that loads the benchmark task and prepares the workspace.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3F5A55-E1FB-4C12-934E-7058E00A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45FED4-30E9-442A-8C83-A3ECB4F9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639FAF-AB14-4AF2-B8AA-3B5FA22D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F032D9-B749-41A3-BA34-AAED97DC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86200"/>
            <a:ext cx="525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Our local helper that turns task fields into one agent prompt.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396E0E-2FBE-427A-A5DE-6FDE20BC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1A5AC4-BFD5-451C-AFBC-482BBDF8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2CA0AE-6415-41CF-8436-460D59E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App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EB58FA-F3F7-4DB5-B660-6336A1C8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67200"/>
            <a:ext cx="525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Uses Deep Agents from LangChain to apply coding-agent behavior and tool workflow.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53A236-BC5C-4B0C-841B-2CC3AD2D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F1C78E-AAE7-47C0-B1EB-ACDCBE6B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0F99D4-E5F4-4D12-8D36-D021AF6F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Frontend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A7CE57-D337-4972-B038-66F5A66F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48200"/>
            <a:ext cx="525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Receives the model request and prepares it for runtime execution.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2D1F6B-29EF-455D-932B-49302AE7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EB289A-2092-4A77-A5B9-761106D7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0CE942-4E76-468D-8C86-9B49C396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SGLang Worker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451EEA-1EB0-4242-92B6-FF263571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29200"/>
            <a:ext cx="525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Runs model execution and returns response/runtime signals.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958D58-7B95-4002-82C6-502D05EF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772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42A37D-C395-49F7-BC01-254DAC5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C1183F-CF63-464B-8F61-12266C77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924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Prompt Evolution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08D54B-0AAE-4299-AAF7-92BCDF1B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10200"/>
            <a:ext cx="525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Captures payload shape, added fields, size changes, and runtime facts.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A40C640-4389-4A54-AF78-0495AEB9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8384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F04BBD-78FC-4E61-A97C-ECEB9730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838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BB0619-4F02-4E8A-9590-184D8F19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Where This Came From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F8BDE3-4A53-4DCC-B5FE-AAF1C3B3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Deep Agents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6040AC9-BCD5-4A58-AA61-E118B69E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langchain-ai/deepagents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92D9D1-8948-4D00-9338-25958CD1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Dynamo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E5808D-EF3F-4205-8B58-BC023E56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ai-dynamo/dynamo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113F53-C925-44D4-B29A-F5E22D8B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719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9E5A40F-26E7-4B6C-BA41-E6A56BC6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ScaleAI/SWE-bench_Pro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8BBF5E3-4298-40BD-A2E7-ACD90430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8625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 glue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CC79222-856C-4CCB-8125-0534876F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386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AgentBench loader + prompt builder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551509B-D4B6-451F-83A4-23E1AB0B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00600"/>
            <a:ext cx="1047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Instrumentation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BA2B086-4D86-435C-9322-D090B51B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Deep Agents app/harness logs + Dynamo/SGLang runtime JSON logs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DBB71BE-B3A8-4AAE-B5C8-6DB05C56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F85E713-6E7A-475E-ABC3-7CDDE6B8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CCBD0B5-6C51-4382-A5B5-46E2756E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6988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B33FE8-4F4C-4F7B-B670-9DA65F77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32D58-6DF2-45F2-A051-CB9E5DC3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928EC-D925-4543-94FD-30801B7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3D58F-E1E3-4FAD-810A-66B87875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Why SWE-bench Pro was the right benchmark.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6ADD9-8553-48CF-ABCA-EDC28258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SWE-bench Pro gives us realistic software-engineering tasks, not toy prompts: codebase context, a bug or requested behavior, requirements, tests, and an expected fix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547E1-F270-4F7F-8ADE-5EB598EC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C7A26-6F84-4F06-AC2D-2347104D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43BE8-8C20-4AD3-8E21-7B78F179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409EA-0A5B-4A36-9256-FFEE0891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Real Repo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748CA-19B9-48A1-B164-2A09DCD5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724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benchmark built around realistic software-engineering tasks with repo context, problem details, requirements, and 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585CC-73ED-46AF-BC66-B3BC1319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718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45E0E-6129-440F-98D1-3F70150C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288EB-39CA-4A55-8F65-0A7C4B22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13800-09D4-4C8B-B62F-4556A4EB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WE USED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81BF8-50F3-4F37-9737-F566B6F3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Agent Workflow Stress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E2174-3BF6-480B-A9CC-66D3DEF8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724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exercises prompt construction, tool use, runtime execution, and result capture instead of only testing text generation.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97AFD-6226-458E-A92A-9893C971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718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F95E3-B633-4CD6-97B8-1436E037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2004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96C80-4EA6-4FD8-9BB9-0EA3DA29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EC951-5A16-4E0A-9B1E-B4A7B6FC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WHY IT MATTERS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AF09D-E2D1-4DC4-984A-79AC73CB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End-to-End Observability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E6276-C57E-49A0-AA49-45621351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2724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makes prompt growth and stage-by-stage transformation visible as the task moves through every layer.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B833B-3311-4A48-8344-CA758C55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CACCE-212D-4213-8459-FB819FA7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EED8A-D50F-480B-8D09-DCEADD23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Example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CB874-7FA9-47B6-89C6-D482D931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54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Fix a NodeBB issue, inspect files, run selected tests, and report what changed.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78C8B1-413A-46D6-AB3B-F12CBDFF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530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Benchmark used: ScaleAI/SWE-bench_Pro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8D3773-6C48-460C-88A0-AF31C1CB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435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task is realistic enough to expose prompt growth, request packaging, runtime preparation, and final behavior.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4BA1EF-EC8C-4FF9-AAE3-4B93A43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904D85-BA72-4DDF-AFD5-77831D34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05159-BB65-4F25-9420-A38F7A77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07733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8B626-9C67-40A7-A1B9-D825D841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44D88-5B34-4412-A46A-22DB72AB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DAEFF-2508-4F50-8AB9-B0F0D540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STRUCTURE EVOLUTION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813B7-A76E-475F-BEAE-D25F4455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payload changes shape in seven readable steps.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95F31-E408-47D9-9E3F-29F381EE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BF715-62FB-4D0A-9D0B-4499C2BE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66900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51B15-551B-445A-937C-CAD451E2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68D49-185A-4FD1-BE48-C14C248A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66900"/>
            <a:ext cx="497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C10A8-CCA2-41E7-8401-219B5FC2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 /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46FA9-D661-486A-A17E-978F9882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621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Before shape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4BEB0-25C3-4DDB-A670-82C196AD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62150"/>
            <a:ext cx="474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After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6048B-2A09-4B78-BA9D-16E846DC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C0FEF-27BB-4A0E-BB27-2E9B29C8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F7C83-FDAC-4CA5-B8DF-29DD2411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957C2-548B-42B9-9837-BDACB765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F1B7E-BAD9-466E-B4CD-711836AC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907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EABB7-A821-4DC7-96A7-8F78D3A3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669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D0936-FF93-4D2F-ABBF-AA5B3E1A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payload with repo, base_commit, problem_statement, requirements, selected tests, workspace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E6412-5E92-43A8-AF53-317373F9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91D45-CEDD-4325-AF29-52564A4B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76D46-7F81-4E29-925F-1C639A9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490E3-8895-4A8C-82D4-5AB6AC87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A9D29-5804-4D74-BABB-37899C16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BA0C5-EBC0-45B3-89B6-B9FCD57F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4322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 payload fields spread across dataset columns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17D9D-886E-41EE-A1C1-BE3406D4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194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B7F3E-3F2F-44E2-A2F1-54BF8FBA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4322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single formatted prompt string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0EF21-EA80-4E95-82D8-0A5AE714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17B3D7-953D-470B-8638-BC519C14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A9296B-4FEF-4DEE-860C-8A6CB779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F15CF0-32DA-4920-BEB0-A64E0FE3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7694B1-9EA3-402A-A8F1-C5FB0FEA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96F100-A4D4-40CC-A8AB-BAA9DE9C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956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plain formatted prompt string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3C80B9-7E70-47EB-A4E6-6DA2C51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718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4ED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D4ED8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90D6A2-00B8-4C99-9959-C43B6813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9567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envelope with model, messages, request_context, agent_hints, tool_choice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28EE9A-AE08-47CE-9106-3F1C65DC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AC96C0-A20D-427C-947D-3FE8CBA3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35F057-E5AD-45C9-AFFD-12213CDB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857A56-9455-44E8-9B89-CE751222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31AE21-8D49-4778-B2A2-5DC36F25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6CF897-B7C7-428F-B452-E8C993A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4812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envelope centered on one user message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08E3C-3F6A-4CB4-BB9D-5E397826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243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D264E6-B957-403B-A795-2F2D37BB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4812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envelope plus system prompt and Deep Agents behavior layer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BBD097-5C2A-478B-A37D-2018FB50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841AC5-6EEE-4FD8-BC43-CBE343A7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06429D-07EB-402B-A9A4-9469B0A4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76A0D4-A1D3-4B9D-AC42-91C93788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9D6035-234E-48EE-93BE-B7EEE3B8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2E91EA-348C-4AA2-9E93-7BE43733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005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envelope plus system prompt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EBEFFF-5BB5-4D8F-8B0D-C0CE810C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767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F9F4EF-1571-4047-844E-27C0FFCB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0057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tool-capable request with expected tools and parser context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C8F76F-20C7-48C6-8DE1-B3C1D8EC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786E5A-F2B6-400E-8717-DA78B18C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7A95E7-248E-4AD2-AF99-8756058D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712984-3595-45A6-9A4F-7A9F1FBB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8A9042-AEF8-45E4-AA18-43A6A8CD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7C650D-5C47-4C52-8DD7-2A7563D0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5302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tool-capable request with parser metadata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776606-A2BD-48D4-B672-8AE6B66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292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9F6E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9F6E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E87D43-9326-485F-B215-FF4EEB2D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5302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runtime-prepared request with token and cache measurements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E4875C-27C2-448A-8AA9-59B2DD3D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E4123A-C6C4-4CFC-B9FA-6EA06909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323B49-18EF-4824-A1D8-7FD97A06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775401-EB9C-4960-8F99-920C4923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4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8AC207-01EB-4CBE-8390-CD637534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DC07C8-DBE7-4A14-89CD-F74D283D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054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runtime-prepared request state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D8F26B-628F-4639-94C7-0F261808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816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E0BD11-A034-4C9C-B1DF-5C3D0F31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05475"/>
            <a:ext cx="474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response/transcript with tool calls, tool results, finish reason, workspace outcome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4CAC8D-9C13-4B80-AF1A-B828A2F7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2A0459-C48D-45CC-B9D7-7632E253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194882-649E-45AB-B5C8-20599F07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A13737E-FA1B-4102-8902-4CAA2F14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60402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15403B-81D5-442C-B0E8-41C09846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0CC8C-30C6-4483-A354-C2672289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6C45E-7A06-42FC-9AFD-98AF1589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BUILD THE PROMPT | PROMPT BUILDER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36B82-3507-46F9-B5DB-62810A8E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Scattered task fields collapse into one prompt object.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EBB06-C50D-4BAE-B8FE-98972D3E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33B75-02C2-452C-86AC-FB5B03E1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7EABB-7ECD-4670-B4D4-D996FE0F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F9D19-79F8-4115-9C15-B78C0F3D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Flow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094B0-4272-4F5C-A13A-848D2E66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BUILD THE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4B9A9-C46B-42B0-80FD-BAC68CEB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D030B-A948-4BA4-B81D-3665E27E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7E3E6-2062-4FF4-A592-5919136C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C826A-4216-4550-A07E-DF697B8F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Turns raw task fields into one clear instruction message for the agent.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0AB23-5A21-4644-A72A-ACCCE67F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5AE71-1DCD-4924-A1F5-9362B783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Repo + bug + tests + workspace become: inspect this repo, fix this bug, run these tests.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8B408-1CD6-4864-AC9D-6CB37524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C40A9-3B3C-4C46-897A-C38CD55D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ABC1D-1878-40B9-8E4E-10412490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52578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F8C4B-821D-4D0D-962B-736726D7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3543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673DE-C06C-4D3A-8EE0-99DD4D5F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C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31642-55BD-4A40-A8C1-570E4621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5B975-853D-433F-9E71-EE23F9DB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+5,576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33E35-A71B-4A0C-B841-1C10988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4339D-D525-41CA-9E15-701F3AE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6F77D-EAFA-4924-B9CE-5D13751B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5E0A8-C43A-4812-A329-C6053485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"repo": "...",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"base_commit": "...",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"problem_statement": "...",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"requirements": "...",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"selected_test_files_to_run": [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"workspace_path": "..."</a:t>
            </a:r>
          </a:p>
          <a:p xmlns:a="http://schemas.openxmlformats.org/drawingml/2006/main">
            <a:pPr algn="l">
              <a:def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85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A80964-B624-4422-A0F8-55175BF3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717033-F43C-4908-B9DA-F9902D94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5EE55-2BFD-4ED1-8E2C-0C466375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33BAC4-2CFC-48F7-8736-25C3E84D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"prompt": "..."</a:t>
            </a:r>
          </a:p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723F53-AF74-488D-9E0B-AD1AE9CE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Prompt grew here | user_prompt_lines=114 | user_prompt_chars=6906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FFB644-D919-480F-8D8D-074833F0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A70E7B-9FE8-47F4-9489-865C404A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B14286-D6ED-4A4B-A3FC-4D40FB90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5264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A3041-1BFD-4967-A93C-5658E38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86ECF-7284-4F1D-9DA2-5A43C62F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EF690-ED2C-4677-AF84-C87D64E0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PACKAGE THE REQUEST | REQUEST WRAPPER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385CA-43BF-4785-900B-D018CE43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prompt becomes a model request envelope.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86BD8-EA6D-400D-86E2-F0F19981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BD8A0-FB19-4AFC-AF9E-B122C4B7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7735E-5CF4-43A7-BF0D-587B3AE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ADBAF-5BEA-452C-85E2-B1B1B6F8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Flow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41700-4E8F-4858-B6AC-A41FAAE0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PACKAGE THE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AE973-CCA4-4C23-A427-2FFBF4FF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ABDBE-A722-40F0-8860-D6B91A50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A24AB-2300-406E-BC70-AF904D16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361F4-F438-48AE-8DD6-BF96B435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Wraps the prompt into the format the model endpoint expects.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7722A-C97C-47FA-ACCC-7BD7B6D1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3B2DA-2B87-41AA-86A1-29D3761F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The prompt becomes messages, model, request context, agent hints, and tool choice.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D143A-4704-4765-997D-C18CEDA2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2F4C6-B942-402E-B738-C5F6D8DC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B4B5A-7D29-42F0-8111-E65393AB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758D7-7B17-4A60-A3D8-9131673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342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B02DF-EB62-4DD0-BDAF-DC2874BF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6438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A4C7E-76B5-489B-A487-07030043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05075"/>
            <a:ext cx="47244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B78DD-9597-4BB1-BFE8-CEA2BB6F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457450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EB9E58-0B2F-48F7-BF2F-6589DEAF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165" y="2505075"/>
            <a:ext cx="8858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request_context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721BE-CA7E-49B8-BCC9-7D2A8F08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865" y="2457450"/>
            <a:ext cx="82105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A32753-56A1-45C8-9B8F-F81E7F7B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590" y="2505075"/>
            <a:ext cx="64960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agent_hints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68B2A4-EE4F-4415-9AF2-4CEA1F56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82105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82D458-F90B-486A-8F96-D98588F1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52725"/>
            <a:ext cx="64960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tool_choice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BBEA0F-59C9-4E66-A98B-4698E94A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C"/>
          </a:solidFill>
          <a:ln xmlns:a="http://schemas.openxmlformats.org/drawingml/2006/main" w="15240">
            <a:solidFill>
              <a:srgbClr val="66708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5BF8D3-150C-4431-9A0B-74ED2608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FB97D9-B4BF-4FE3-B5DC-02714B61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A6FB3B-4710-42B1-9495-4063F36C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51C5C4-8953-49CA-AE08-1F30C96D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1C49CE-60A6-4030-B033-54F83BDA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1AB7F4-388F-4041-96F3-8956465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"prompt": "..."</a:t>
            </a:r>
          </a:p>
          <a:p xmlns:a="http://schemas.openxmlformats.org/drawingml/2006/main">
            <a:pPr algn="l">
              <a:def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1BF700-B231-4ADA-AFE6-EDB843E5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BF412-0560-4F53-A4F2-B2783399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C93DBC-B318-4302-BC24-F3600951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33FFAA-CBA0-4C61-B589-E399FD0C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"role":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"content":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"request_id":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"parent_run_id":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"task_instance_id":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"phase":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"app_variant":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"priority":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"reuse_likelihood":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"agent_phase":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"latency_sensitivity":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"program_id":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"context_type":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"expected_output_tokens":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F4F138-07B0-4F95-BCBF-4899420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No payload growth | model=Qwen/Qwen2.5-7B-Instruct | frontend=http://127.0.0.1:8000/v1/chat/completions | tool_choice=auto | request_id=instance_No...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E6FF81-5EB0-4D34-88E8-52CE2B47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D7C4DE-BB54-4796-87BC-621A32EE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05A31D-29B2-43CF-BA40-C06CFC29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75406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9CA7A-87FC-4A0D-A5A9-B47F62CF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A2E8C-5DB0-404A-9A2D-E939712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08645-4190-4980-A106-772D2CF6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PACKAGE THE REQUEST | DEEP AGENTS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5D797-5681-4E88-A3F9-51A07D8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System instructions are layered around the request.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F88DB-EC1B-4411-BB41-825A310F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67C07-2BB1-4FCC-965D-999A0A65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78A52-A0BB-4B27-9E5B-4BEAFC58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3DF25-78D9-439C-AEF8-31E2427F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Flow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72EE3-98B2-4F27-986F-23642D56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PACKAGE THE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F738B-2DDE-4733-948A-26489661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E76E4-AC97-4909-9063-668A9EF0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79F34-CCA6-4AC9-BAA4-2AB0FC8C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4E6FA-F155-40CD-826F-DC4D80EC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Adds the coding-agent behavior rules around the task request.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18BDC-9035-4802-8304-AD0FA147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AD917-B084-46A8-AD15-00357D9F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Act like a coding agent, inspect files first, use tools, and verify before reporting.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674C0-99BB-44D0-B088-DAAB297F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0C3C3-AAD1-4159-A143-06C1CE74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0A9CC-B5B0-46C8-9A34-9E1D2D88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93916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865EB-8A54-4CBD-B31E-960684BF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7677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E2431-43B5-46C5-BEF3-449CF8E7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C"/>
          </a:solidFill>
          <a:ln xmlns:a="http://schemas.openxmlformats.org/drawingml/2006/main" w="15240">
            <a:solidFill>
              <a:srgbClr val="66708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A6972-E846-46B8-B0E4-87E9E215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19BB0-D8A8-4D5E-824C-D7A94DD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A537B-B7F7-4226-8B2D-7B9626D9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DB959A-5413-44D7-92F8-32508E06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B28CC9-CA46-4EFC-AA1D-BDE8FD15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61075-5F9F-4B2A-9E23-0CF9B069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027A68-4171-4643-8E27-AEA0B6BF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1997F9-53AA-4DF9-8FB1-FBA1081B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E2FB1-BB33-426E-9C88-5F177D35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A51B7-5845-4F6A-B3D7-CA415674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"tool_choice":"..."</a:t>
            </a:r>
          </a:p>
          <a:p xmlns:a="http://schemas.openxmlformats.org/drawingml/2006/main">
            <a:pPr algn="l">
              <a:def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CC47BB-0A67-4CF1-9030-F9960FFE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No payload growth | system_prompt_chars=0 | runtime_source=python_environment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7120AA-9CE8-4332-A3B0-80D15438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D1F14-388F-49AF-A5E5-BB719704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4A0E8B-074E-498D-B174-AA501C5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48467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3A48A-B736-45F5-A5B7-ACC7224E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FA061-8F98-4047-BDA7-2A91D4D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DA0D5-F546-419D-85D6-09B7B144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OBSERVE RUNTIME BEHAVIOR | DYNAMO RUNTIME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E081F-25E1-49F7-9BA2-9941C027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Tool availability and preprocessing metrics become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0599D-7DBD-45D0-BDD9-0BC6C903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D60E3-7C9E-4756-9304-7205253B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0598E-6ED8-4C5C-B1D0-90B8D4C7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FE197-9FF4-496A-952B-A7AEE84C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Flow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8E6A7-E232-4933-B7A4-C2BEFED6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OBSERVE RUNTIME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68138-476A-44A6-8189-52456BA6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CE3B1-CDC7-4921-B3D1-D51E110D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C7751-F3AC-47A9-AA77-B1F5579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B4A03-22CA-44F9-B6A0-73AC586D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Shows what tools, parser, and runtime preparation were active before execution.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63897-A9FF-4105-8DC2-29F4E7B3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429DF-765C-4D1B-BE90-11FA6B05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Tools like ls, read_file, edit_file, and parser hermes are attached; token/cache counts are recorded.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0A4A9-4BA1-4659-BA14-6B3ADE8A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Tools Attached -&gt; Runtime Prepared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5D5B9-F40B-4C29-A35F-057CC560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Added in these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CF8A5-BF4E-44DE-BCA9-BF1E2A3F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14706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FE7B7-C551-4E12-BF20-4EE60FA2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05075"/>
            <a:ext cx="129921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expected_builtin_tools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17211-328E-4FD6-A5D2-78CC2A96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0" y="2457450"/>
            <a:ext cx="93916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4B14C-AC90-4F60-9FFF-F1CFD34C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485" y="2505075"/>
            <a:ext cx="7677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tool_parser_*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16DA5-73E3-481A-BE72-E1BD7081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05100"/>
            <a:ext cx="129349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863E6-D8EF-442A-BC40-FBC530CC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52725"/>
            <a:ext cx="112204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prompt/cache tokens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F2B62-498C-42E6-B785-CED381E0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C"/>
          </a:solidFill>
          <a:ln xmlns:a="http://schemas.openxmlformats.org/drawingml/2006/main" w="15240">
            <a:solidFill>
              <a:srgbClr val="66708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FB193E-8784-43F7-BD57-CE57B575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BA3D40-7CB7-4C52-BC7F-E489DEB8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A598E-2DC2-4901-BE9F-E6AE7DE9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C9928-CDB5-4560-AB5D-98951F56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BE083-14E6-454A-8E56-74E87F28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 Tools Attached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224DCC-4B8B-4CB1-A64B-E2A56629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"tool_parser_observed":"..."</a:t>
            </a:r>
          </a:p>
          <a:p xmlns:a="http://schemas.openxmlformats.org/drawingml/2006/main">
            <a:pPr algn="l">
              <a:def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8157BE-CA38-4047-B46D-7D39030F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0F9F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75B162-935A-45EE-8B03-7ACC9912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1CEEDE-8F78-4749-AEB5-E4CA64B5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 Runtime Prepared - added fields called out above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87FDD8-A5BC-46E9-A2AE-15D54627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713989-15F1-45B6-9BF1-165CE37B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No payload growth | parser_observed=True | prompt_tokens=12553 | cached_input_tokens=12544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F40990-89BA-4551-8C28-B7532382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43B616-AAC2-42FF-AE3C-0A06C9A1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75CB6E-5605-4499-A0D9-0CA607BB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068534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396018-A8B1-4633-95BE-3B5503C3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D710C-B1FD-4D37-AE86-2BE923E6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9E029-5782-41EA-96EA-22C52F6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OBSERVE RUNTIME BEHAVIOR | DEEP AGENTS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15C0-56A1-4E1B-853F-14F64F39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request state becomes a response and outcome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F531-4970-48A4-A96B-BAD59185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CCCD8-6C86-494B-BE18-BEBF151E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C02E3-17E1-4E45-B931-CF211A2F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B0A35-6AB5-46D4-BB33-1103D4EA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Flow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08A17-C970-419E-AB82-D0A50315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OBSERVE RUNTIME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B91A0-CBE6-46F4-AE61-681C9C68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DD800-27BE-4C88-A8F6-37B95BFC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2248E-19D5-4039-9C62-A5C4C0DA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104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71495-0632-46B9-8343-2514111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Turns the prepared request into an observed response and outcome record.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5BDF1-D82B-4829-9A9E-82E0C40D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71675"/>
            <a:ext cx="76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A3AE3-B261-4511-ADBB-BC6BC0DD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E5EDF7"/>
                </a:solidFill>
                <a:latin typeface="Aptos"/>
                <a:ea typeface="Aptos"/>
                <a:cs typeface="Aptos"/>
              </a:rPr>
              <a:t>The model called ls and read_file, finished because of length, and made no workspace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F331A-A8D9-4179-B3E0-8F615288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C58E7-5158-455A-A342-8C60B646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1257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Added in this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E823D-D256-41EE-96C9-8F58A60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15887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1F1A6A-CACE-41F2-A0B7-EA61F92D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14173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observed_tool_call_names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2D211-E9A4-4510-80B7-7DEBC5DB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820" y="2457450"/>
            <a:ext cx="170688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7D574-01D2-4973-B548-8781EAD6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545" y="2505075"/>
            <a:ext cx="15354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observed_tool_result_names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437F7-C7A2-405D-B567-96164230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93916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897BC-D6F4-42C6-A234-6F27F34E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52725"/>
            <a:ext cx="7677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finish_reason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40838C-287F-42A4-87E7-17E93FDD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215" y="2705100"/>
            <a:ext cx="93916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0A265-C8BB-4D9A-8E05-36922762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40" y="2752725"/>
            <a:ext cx="7677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response_text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DA341-6A60-4018-9E1E-FEEB0439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2705100"/>
            <a:ext cx="117538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79147C-DFD6-4683-A70D-C38ADD76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255" y="2752725"/>
            <a:ext cx="100393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E5EDF7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E5EDF7"/>
                </a:solidFill>
                <a:latin typeface="Aptos"/>
                <a:ea typeface="Aptos"/>
                <a:cs typeface="Aptos"/>
              </a:rPr>
              <a:t>workspace_changed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72241E-1A73-4A17-9FFF-41889875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C"/>
          </a:solidFill>
          <a:ln xmlns:a="http://schemas.openxmlformats.org/drawingml/2006/main" w="15240">
            <a:solidFill>
              <a:srgbClr val="BE123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B84D74-1103-4D42-9E5C-4DCAF815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95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Payload size change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2C4152-0F66-40E2-834A-8E422D40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A71E12-919E-45B3-B85F-739A9E3D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1209D-AEA6-4569-BA4D-AAF23F6F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A713DB-05B2-4A2C-A823-8FC8735B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43EF74-0C66-4538-B75C-4A012673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"model":"...",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"system_prompt":"...",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"role":"...",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"content":"..."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"request_context":{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"agent_hints":{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...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"tool_choice":"...",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"expected_builtin_tools":[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"tool_parser_names_seen":[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"tool_parser_observed":"...",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"prompt_tokens":"...",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"cached_prompt_tokens":"...",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"cached_input_tokens":"..."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FC75C9-3CBA-4FA2-8E02-A57B12F9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BE123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EEFD7C-752A-42C1-BEA7-8CA4F258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21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6200C4-A539-4CED-A68C-C12F4DFB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After - added fields are called out above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63FD6-D492-443B-B84A-428EA888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4876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"messages":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"type":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"name":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"content":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"tool_calls":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  {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    "name":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  }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"invalid_tool_calls":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  ]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"observed_tool_call_names":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"observed_tool_result_names": [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 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],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"observed_tool_call_count":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"finish_reason":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"response_text": "...",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  "workspace_changed": "..."</a:t>
            </a:r>
          </a:p>
          <a:p xmlns:a="http://schemas.openxmlformats.org/drawingml/2006/main">
            <a:pPr algn="l">
              <a:def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585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8001E6-FF4B-4813-A362-F0BE26D6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Output record grew | observed_tool_calls=2 | tools_used=ls, read_file | workspace_changed=False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395132-6BB3-40BD-AE0D-82EDF8FC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963E17-F3C1-4413-828C-E78F9479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B3C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8B3C4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AB4415-489A-4894-961B-CCD1F60E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B3C4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727864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4ECAEF-85E9-4F33-9021-DF357ED3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9A43C-E012-45B7-B295-E735F67F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202F4-40EB-4BB6-87B8-29BEAB7D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ADDED FIELDS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44641-A17E-4E11-AF09-899F1FD0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stage adds specific fields that explain the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99EF3-C698-47DC-8920-54B76904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easiest way to read this slide: the left column names the step, the middle shows the new fields created at that step, and the right side shows whether the payload grew.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E271B-674C-474B-9CB3-B4916671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A8267-9D98-4CEE-BED6-19DEA098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44DBE-8238-4496-B916-3B0790EB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66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422AF-70EF-497D-AC73-3BDA5DD1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52675"/>
            <a:ext cx="476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Fields added 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39A78-1EF7-47D6-B53B-77214D00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58958-6CB6-413F-90F3-663C8720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52675"/>
            <a:ext cx="2628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Meaning of the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74B19-DF31-48D9-BA06-EA8146F7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66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BAC3C-7789-4F9F-82E3-6F986510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526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FE79F-1BF0-4B9C-876A-C2182E24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C59F2-2CE9-4ECD-8C6B-BD8A1AFF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8CF00-03F9-476C-B230-08EE96FF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6E3A5-E764-4225-A764-B200F4AB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Benchmark Loader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68052-21E1-49CA-9CFE-5D9C3DA6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7AACC-2D8D-4575-9DE9-DC3E9BE9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33675"/>
            <a:ext cx="342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4C34B-1ED7-4136-9D58-441E1953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82105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EC2F7-BEDD-4957-AFAC-C27D36A7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33675"/>
            <a:ext cx="64960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base_commit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24516-560A-469F-9DAF-B8C78E7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705" y="2686050"/>
            <a:ext cx="5848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3476B-8634-4A9C-94BE-BE9C0270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2733675"/>
            <a:ext cx="41338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+4 more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446A6-99C6-4FC7-9DCD-663D397E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Established the starting task description from dataset fields before any prompt assembly.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36265-2C97-4499-8201-65118956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860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0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930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+1,330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DDE5B-0913-4153-8278-44971D22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670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7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 record grew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99E568-8E40-4401-963F-0125D463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8E32B-997D-48D7-B35B-ABF244B6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CF1DCF-4F56-4BF2-BCFD-A8CFC318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FA17E-2BAC-4781-850F-44CE812A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A1566-4CD5-43DA-BD6D-CD6891E0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7E99C7-188D-4CFE-A9F1-601DEF21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00400"/>
            <a:ext cx="52578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DDA219-21AD-4B35-8B5C-EDBAC949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48025"/>
            <a:ext cx="3543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5CC108-B387-4DF9-BC80-9CFB0414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problem_statement, requirements, selected tests -&gt; prompt 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6FAB76-FB6F-4240-BC2E-9CC5D904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00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93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+5,576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47614E-1DE9-4DAD-8D3E-189C26EA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813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7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grew here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CB78D9-46A2-4997-BF9A-37443C58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2F9960-5036-4605-B533-C47AAFA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534211-A8C5-4843-9453-28D85ED9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D8E409-816C-4267-B8AC-A0270972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2B66C2-8B20-434E-87F6-10777F24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Request Wrapper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223F09-1A47-441C-BE6F-EA13E06B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60DED5-4E48-481F-BAFF-81CC0283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762375"/>
            <a:ext cx="342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50D27B-7F7F-4F5C-A679-483EEEDA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6438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5EC19E-5278-46C0-885B-46C6958A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62375"/>
            <a:ext cx="47244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08D965-B7AD-439D-9E9B-0DA05A1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540" y="3714750"/>
            <a:ext cx="5848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304DD4-C1EB-4825-A7B4-C7F6D41A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265" y="3762375"/>
            <a:ext cx="41338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+3 more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B3E606-9FD4-45F7-9D0F-863CE14D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-&gt; messages[0].content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FD01AC-822C-42C2-AD8B-016AA1A2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147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0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30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803A2F-597E-4726-9700-A4EE666E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957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7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FB5ED1-D701-4E7C-B4A8-0705F655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24D05F-8525-4F49-B8C3-BEFA27BB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89EEEB-8C15-4CF0-9855-7F4D952C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5980CF-DECF-4E3A-AF5D-0BF377AD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6588B8-5E6A-4FEE-AFAA-55A54D10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AE2CA9-BE5E-4AD4-973D-41126244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93916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98EDCA-9C12-409D-A8AB-C310E0C1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76725"/>
            <a:ext cx="7677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6A2BB0-7C13-4D32-876B-9B41CE86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91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interpretation now includes system instructions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4329D8-8E6E-4908-9E18-AC4AC2D7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291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0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30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93C9D9-2697-4B33-91DF-4E9E3218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100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7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FC589A-E247-467F-BA92-BE2EE151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6C46B4-75C8-4466-A7BA-EDD42AEB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22E11D-1491-45CA-B00D-31FDEB9C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9E9878-8137-44C9-BEBD-AC4FC90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FA9640-82F9-4CC9-A344-48424B98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51A7BED-2D02-4E7C-A84D-87FE7A5F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43450"/>
            <a:ext cx="14706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B5CD2F6-D376-4ED5-8E7F-60A5B5E5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791075"/>
            <a:ext cx="129921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expected_builtin_tools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9139F7A-DE61-4935-A01A-F9D4A70F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10" y="4743450"/>
            <a:ext cx="14706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FCA877F-2CA1-4D1E-AB72-6983861E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35" y="4791075"/>
            <a:ext cx="129921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tool_parser_names_seen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CCAD1A-184D-4C38-A03F-74BE357F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620" y="4743450"/>
            <a:ext cx="5848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5595BE-FF7E-4908-B73D-76D22C9E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8345" y="4791075"/>
            <a:ext cx="41338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+1 more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143A916-EBD3-42A9-8056-0BEA7604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434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view now includes tool surface and parser metadata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D8FC84-FA32-42A0-BD2E-0905F23A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434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0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30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05152D7-D630-4507-9934-DAD9F09E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9244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7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8ED4323-3CD4-4D5B-B32F-3CB1886E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260F74-0F35-45D4-957E-BE5776DC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0CD45E0-4BF5-4E4E-9EC0-CF489BC3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26EE360-38A7-4683-881D-31E718EE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1E92490-DF3D-4C05-BBD8-D1B54AAF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Dynamo Runtime Layer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8F8B5D3-BE74-403A-83F9-EF0A79FB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93916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C79267-42CD-4714-9545-8412C7D9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305425"/>
            <a:ext cx="7677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prompt_tokens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67DE4E6-9654-4D44-A19C-1BB00468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315" y="52578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BD28411-5B53-4BBC-9B1A-20CC4FAE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5305425"/>
            <a:ext cx="1181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cached_prompt_tokens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545415A-E5BC-4D47-B1FC-7D4081A9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015" y="5257800"/>
            <a:ext cx="5848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9F6E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3037284-820A-4A46-B119-04666E59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5305425"/>
            <a:ext cx="41338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+1 more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57F255C-F828-424A-957C-1F145228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now carries observed runtime preprocessing metrics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7E1D7E6-9306-4D59-9F42-1BEDE57F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57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0" b="1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930" b="1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82A458E-81B4-4C6A-B909-A5CBC55B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43877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7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payload growth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B9A2CA-56DA-42FE-83F8-E8BC3ED8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44EF12A-D8F2-4A66-8CC7-8EAF9C6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7224F65-FF73-4069-995C-D79D4C10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B45E656-8595-4CD6-9809-071ECC96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7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0D7951A-B1C4-4F8E-B073-A78DAF15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1657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Deep Agents Layer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7180A30-4CF3-4D20-AE82-3B4978F0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72150"/>
            <a:ext cx="158877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90777F3-3687-4B1C-A268-FC93D207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819775"/>
            <a:ext cx="14173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observed_tool_call_names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19A27A6-35A3-424C-8301-D8F59DEE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5772150"/>
            <a:ext cx="170688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C2CED9F-3ACA-4F8B-8A32-55EEEE95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645" y="5819775"/>
            <a:ext cx="15354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observed_tool_result_names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E18BF06-629E-497E-AF6A-F9C1CE99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72150"/>
            <a:ext cx="5848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599243D-035D-4FE8-BD79-20C59928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819775"/>
            <a:ext cx="41338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+3 more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DB7DAB2-F06B-4AD4-9C12-6C5600BF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721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state -&gt; response and outcome state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54E9C80-844A-4DAC-849F-25D1E638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7721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0" b="1">
                <a:solidFill>
                  <a:srgbClr val="BE123C"/>
                </a:solidFill>
                <a:latin typeface="Aptos Mono"/>
                <a:ea typeface="Aptos Mono"/>
                <a:cs typeface="Aptos Mono"/>
              </a:defRPr>
            </a:pPr>
            <a:r>
              <a:rPr sz="930" b="1">
                <a:solidFill>
                  <a:srgbClr val="BE123C"/>
                </a:solidFill>
                <a:latin typeface="Aptos Mono"/>
                <a:ea typeface="Aptos Mono"/>
                <a:cs typeface="Aptos Mono"/>
              </a:rPr>
              <a:t>+2,066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F0195DC-3F9A-43BE-A01C-91D8E53F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953125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7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 record grew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CE7044B-37A2-47AA-9F2C-CC4A756D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5C8C81B-0B2B-4225-A15F-B6E21859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CE1CF71-FD17-4CF3-B414-41A34DD6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073AF85-5FF8-4B59-BF8D-614ACD7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73646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2437C1-0F90-4BC2-8D19-0718C724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D4426-420C-438F-92E8-2C744ECB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DD21F-F5C8-4169-9049-65772ACB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EVIDENCE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EB502-2779-483D-ADDF-AF31ACA5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Each stage leaves a short proof trail executives can inspect.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E1B18-951C-4B14-9F31-3379B5F9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F1DD9-2C85-461A-AEEC-2532D89D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+5,576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FB58C-0C9E-4572-8AD4-8A63EE58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Builder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2005B-1281-487A-963A-8F0BAC9C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largest growth: raw task becomes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462F2-C0C1-424D-A4D9-337F5018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FB14A-31D0-42DB-BB6F-830B0260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9F6E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59FEE-3AA3-41EE-B688-6EF2BAB7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Runtime Preparation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2EB41-C4C7-4CFB-8F88-5E4D0EC4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same request, more runtime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C1F7B-EBE2-4C64-AAC5-AB4CCCBC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4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93F94-8EB6-4B17-9051-CA36EA0B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2933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E123C"/>
                </a:solidFill>
                <a:latin typeface="Aptos Display"/>
                <a:ea typeface="Aptos Display"/>
                <a:cs typeface="Aptos Display"/>
              </a:rPr>
              <a:t>+2,066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C0E99-235F-4DF2-8BF1-AE6AC1E9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Behavior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0EB41-F68B-4888-A126-8EF153BD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933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response and tool outcome are added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DD67C-5B38-40BF-BFD8-E2B7A792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B3142-0C84-4CB2-94ED-8C3761F9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562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A13BB-7D4F-4ADA-9EEF-4D45E06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62300"/>
            <a:ext cx="3638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ECD20-99F8-420F-83A8-077E9F93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38500"/>
            <a:ext cx="3448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Key 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D4576-32D3-4A08-B7FD-79295708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62300"/>
            <a:ext cx="405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861E1C-73A7-4384-98DA-A1B3BA51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386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22955-9A55-4AE8-AF4D-136B22C2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623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AA4B9-BFB4-4150-ABE5-C6E54462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385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Size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ED5D25-3C95-4CCC-A085-2BB1195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AEF078-027A-44F6-9D68-CC8C5E6F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3CB9D4-14F8-4D7A-8F6E-28A18ADC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Task Loaded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E327B8-1E0B-4F7F-A20B-3A04D0E1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43300"/>
            <a:ext cx="3448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tests...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7F65F-FEB3-42D0-BE6E-245A0E15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repo=NodeBB/NodeBB | base_commit=1e137b07052bc3ea0da44ed201702c94055b8ad2 | tests=["test/...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E98943-50EB-468F-9A2C-DDAB3C7A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43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+1,330 | Output record grew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930B3-73AA-45C6-88B3-12382495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8AC1EC-E600-4F24-AAF4-35CC7ED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1210D6-C495-4A31-9EBD-AFE3489B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0C6885-13E8-46F3-8F49-0FFB11E5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Prompt Built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AF78AF-AB37-4854-B85A-B2277BD3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43350"/>
            <a:ext cx="3448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prompt_lines=114 | prompt_chars=6906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4C1ACC-26DA-49E9-ACD7-6B930D73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user_prompt_lines=114 | user_prompt_chars=6906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AE8C18-3145-4D0E-9BB6-C82632D0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9433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+5,576 | Prompt grew here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D6429A-DE65-40E9-B3E3-FFDD507D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C801E1-6489-4C25-9615-A82F0EE4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8D6DA4-B3AB-485D-B0D6-E42DC42B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021484-9B56-4BFD-8611-F1D3701D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Request Packaged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567589-8F84-4ECB-9241-7824D067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43400"/>
            <a:ext cx="3448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frontend=http://127.0.0.1:8000/v1/chat/completio...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DEF69E-77BE-4888-9F4F-F5EA034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model=Qwen/Qwen2.5-7B-Instruct | frontend=http://127.0.0.1:8000/v1/chat/completions | too...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D2E3A8-BC30-4972-BF46-2EE64D9C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3434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A8F393-4DA8-4150-AFEB-33E458E7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446ACE-5FA2-4BC6-9EBA-D124730C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D9E86D-62C6-4242-8D09-CA05162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7BFB67-F8B2-40AA-8F8F-97472EC5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Agent Rules Applied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988A3B-806F-4BC0-A808-7FCC4B95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3448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A26725-9E8F-4B72-8A84-4F39AD84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system_prompt_chars=0 | runtime_source=python_environment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C4BECB-F17E-45D5-B957-C67404D6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43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748E0E-5B31-4A07-A859-D26E5303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D63282-7299-4454-923A-30EB257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B8C4CD-6D25-45E6-A7D7-283ABBA8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ABA4D8-3D8B-48CC-A51D-3DEB610D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Tools Attached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9657CE-A46C-48F5-AEA2-49DE3949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43500"/>
            <a:ext cx="3448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exe...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9EAEC1-BCA4-4608-8D7D-86C82D3F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expected_tools=write_todos, ls, read_file, write_file, edit_file, glob, grep, execute, ta...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51B72F-0870-4234-9ABA-672A2849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143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708B9F-E8D9-4203-ABA9-3D791E2D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D1A23C-A6E9-470F-A8E0-FEF4A380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84DB67-E9AD-431B-BA61-334A64FC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0AAA49-1352-4A40-AE7B-907B4445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 Prepared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107011-BD7C-459A-A1FD-2DD54DC6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43550"/>
            <a:ext cx="3448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7811D1-810C-4027-A1B9-620C513B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4355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parser_observed=True | prompt_tokens=12553 | cached_input_tokens=12544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AB66D5E-A9C3-45B9-83C3-9FB9192F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543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 | No payload growth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2BC9A1-F096-4C4C-B39A-B85CC014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22B366-7F71-40F8-B727-C8288959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8BC4DD-78BE-4649-AA4B-CF7BD028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FD08181-90D7-4135-8939-6AD17471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485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Behavior Recorded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10484C-3AFA-445D-978E-35DA832E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943600"/>
            <a:ext cx="3448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finish_reason=length | workspa...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6EC0BF-F267-43AF-95B5-3255F079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436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observed_tool_calls=2 | tools_used=ls, read_file | workspace_changed=False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1C00B6-975A-4B66-9ACC-0ADF37CE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9436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+2,066 | Output record grew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336057-0171-43E5-ABFD-6563DE4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8ADBDB0-CD6A-41E0-AEA4-5A304F3F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C406A00-FB9B-441D-B013-DFF18DC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EVOLUTION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B81F47-75D0-4987-BF61-5F8481BA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73361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2026-05-18T18:25:27.2310000Z</dcterms:created>
  <dcterms:modified xsi:type="dcterms:W3CDTF">2026-05-18T18:25:27.2310000Z</dcterms:modified>
</coreProperties>
</file>
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d3f67ee4e4eb1" /><Relationship Type="http://schemas.openxmlformats.org/officeDocument/2006/relationships/extended-properties" Target="/docProps/app.xml" Id="R28462c5aab8245b7" /><Relationship Type="http://schemas.openxmlformats.org/officeDocument/2006/relationships/officeDocument" Target="/ppt/presentation.xml" Id="R682d7d5f7d15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bdd6a7c904c10"/>
  </p:sldMasterIdLst>
  <p:notesMasterIdLst>
    <p:notesMasterId xmlns:r="http://schemas.openxmlformats.org/officeDocument/2006/relationships" r:id="R02c800d89a934f1d"/>
  </p:notesMasterIdLst>
  <p:sldIdLst>
    <p:sldId xmlns:r="http://schemas.openxmlformats.org/officeDocument/2006/relationships" id="256" r:id="R0bb3d3cd763d4c77"/>
    <p:sldId xmlns:r="http://schemas.openxmlformats.org/officeDocument/2006/relationships" id="257" r:id="R26ac31061baa49e2"/>
    <p:sldId xmlns:r="http://schemas.openxmlformats.org/officeDocument/2006/relationships" id="258" r:id="R397caf35ccd849ab"/>
    <p:sldId xmlns:r="http://schemas.openxmlformats.org/officeDocument/2006/relationships" id="259" r:id="Rbf1d44003fe94650"/>
    <p:sldId xmlns:r="http://schemas.openxmlformats.org/officeDocument/2006/relationships" id="260" r:id="R8b7167d4d76643c1"/>
    <p:sldId xmlns:r="http://schemas.openxmlformats.org/officeDocument/2006/relationships" id="261" r:id="R1bf72bd6b5474e9c"/>
    <p:sldId xmlns:r="http://schemas.openxmlformats.org/officeDocument/2006/relationships" id="262" r:id="Rc563a3cb4f3f4212"/>
    <p:sldId xmlns:r="http://schemas.openxmlformats.org/officeDocument/2006/relationships" id="263" r:id="R3aef0d2b24af4f7c"/>
    <p:sldId xmlns:r="http://schemas.openxmlformats.org/officeDocument/2006/relationships" id="264" r:id="Rd9db71d198ad49c3"/>
    <p:sldId xmlns:r="http://schemas.openxmlformats.org/officeDocument/2006/relationships" id="265" r:id="R2e649d4a20d3462b"/>
    <p:sldId xmlns:r="http://schemas.openxmlformats.org/officeDocument/2006/relationships" id="266" r:id="R9bae4815cbd0494e"/>
    <p:sldId xmlns:r="http://schemas.openxmlformats.org/officeDocument/2006/relationships" id="267" r:id="Rde778c9a38c54c7b"/>
    <p:sldId xmlns:r="http://schemas.openxmlformats.org/officeDocument/2006/relationships" id="268" r:id="R3b38d8cb46354788"/>
    <p:sldId xmlns:r="http://schemas.openxmlformats.org/officeDocument/2006/relationships" id="269" r:id="R500a4354c32d4768"/>
    <p:sldId xmlns:r="http://schemas.openxmlformats.org/officeDocument/2006/relationships" id="270" r:id="R4c44ceef83784f33"/>
    <p:sldId xmlns:r="http://schemas.openxmlformats.org/officeDocument/2006/relationships" id="271" r:id="R0fbd7bfb3ab04bdb"/>
    <p:sldId xmlns:r="http://schemas.openxmlformats.org/officeDocument/2006/relationships" id="272" r:id="R21f24f36fcec42c7"/>
    <p:sldId xmlns:r="http://schemas.openxmlformats.org/officeDocument/2006/relationships" id="273" r:id="Rd755dbad9d0243cd"/>
    <p:sldId xmlns:r="http://schemas.openxmlformats.org/officeDocument/2006/relationships" id="274" r:id="R220cd5e422f4422c"/>
    <p:sldId xmlns:r="http://schemas.openxmlformats.org/officeDocument/2006/relationships" id="275" r:id="Rc281f8cb59a44b8e"/>
    <p:sldId xmlns:r="http://schemas.openxmlformats.org/officeDocument/2006/relationships" id="276" r:id="Rffaa00cb7d834ad6"/>
    <p:sldId xmlns:r="http://schemas.openxmlformats.org/officeDocument/2006/relationships" id="277" r:id="Rc14487af60384a2b"/>
    <p:sldId xmlns:r="http://schemas.openxmlformats.org/officeDocument/2006/relationships" id="278" r:id="R8cb30a3b0ad64179"/>
    <p:sldId xmlns:r="http://schemas.openxmlformats.org/officeDocument/2006/relationships" id="279" r:id="R7c623592808540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bdd6a7c904c10" /><Relationship Type="http://schemas.openxmlformats.org/officeDocument/2006/relationships/theme" Target="/ppt/theme/theme1.xml" Id="Ref9fc7dc2ff64f78" /><Relationship Type="http://schemas.openxmlformats.org/officeDocument/2006/relationships/notesMaster" Target="/ppt/notesMasters/notesMaster1.xml" Id="R02c800d89a934f1d" /><Relationship Type="http://schemas.openxmlformats.org/officeDocument/2006/relationships/presProps" Target="/ppt/presProps.xml" Id="Rf0894acd16114b24" /><Relationship Type="http://schemas.openxmlformats.org/officeDocument/2006/relationships/viewProps" Target="/ppt/viewProps.xml" Id="Rd0d3744a76bf4476" /><Relationship Type="http://schemas.openxmlformats.org/officeDocument/2006/relationships/tableStyles" Target="/ppt/tableStyles.xml" Id="Re5bc1fc952104aba" /><Relationship Type="http://schemas.openxmlformats.org/officeDocument/2006/relationships/slide" Target="/ppt/slides/slide1.xml" Id="R0bb3d3cd763d4c77" /><Relationship Type="http://schemas.openxmlformats.org/officeDocument/2006/relationships/slide" Target="/ppt/slides/slide2.xml" Id="R26ac31061baa49e2" /><Relationship Type="http://schemas.openxmlformats.org/officeDocument/2006/relationships/slide" Target="/ppt/slides/slide3.xml" Id="R397caf35ccd849ab" /><Relationship Type="http://schemas.openxmlformats.org/officeDocument/2006/relationships/slide" Target="/ppt/slides/slide4.xml" Id="Rbf1d44003fe94650" /><Relationship Type="http://schemas.openxmlformats.org/officeDocument/2006/relationships/slide" Target="/ppt/slides/slide5.xml" Id="R8b7167d4d76643c1" /><Relationship Type="http://schemas.openxmlformats.org/officeDocument/2006/relationships/slide" Target="/ppt/slides/slide6.xml" Id="R1bf72bd6b5474e9c" /><Relationship Type="http://schemas.openxmlformats.org/officeDocument/2006/relationships/slide" Target="/ppt/slides/slide7.xml" Id="Rc563a3cb4f3f4212" /><Relationship Type="http://schemas.openxmlformats.org/officeDocument/2006/relationships/slide" Target="/ppt/slides/slide8.xml" Id="R3aef0d2b24af4f7c" /><Relationship Type="http://schemas.openxmlformats.org/officeDocument/2006/relationships/slide" Target="/ppt/slides/slide9.xml" Id="Rd9db71d198ad49c3" /><Relationship Type="http://schemas.openxmlformats.org/officeDocument/2006/relationships/slide" Target="/ppt/slides/slide10.xml" Id="R2e649d4a20d3462b" /><Relationship Type="http://schemas.openxmlformats.org/officeDocument/2006/relationships/slide" Target="/ppt/slides/slide11.xml" Id="R9bae4815cbd0494e" /><Relationship Type="http://schemas.openxmlformats.org/officeDocument/2006/relationships/slide" Target="/ppt/slides/slide12.xml" Id="Rde778c9a38c54c7b" /><Relationship Type="http://schemas.openxmlformats.org/officeDocument/2006/relationships/slide" Target="/ppt/slides/slide13.xml" Id="R3b38d8cb46354788" /><Relationship Type="http://schemas.openxmlformats.org/officeDocument/2006/relationships/slide" Target="/ppt/slides/slide14.xml" Id="R500a4354c32d4768" /><Relationship Type="http://schemas.openxmlformats.org/officeDocument/2006/relationships/slide" Target="/ppt/slides/slide15.xml" Id="R4c44ceef83784f33" /><Relationship Type="http://schemas.openxmlformats.org/officeDocument/2006/relationships/slide" Target="/ppt/slides/slide16.xml" Id="R0fbd7bfb3ab04bdb" /><Relationship Type="http://schemas.openxmlformats.org/officeDocument/2006/relationships/slide" Target="/ppt/slides/slide17.xml" Id="R21f24f36fcec42c7" /><Relationship Type="http://schemas.openxmlformats.org/officeDocument/2006/relationships/slide" Target="/ppt/slides/slide18.xml" Id="Rd755dbad9d0243cd" /><Relationship Type="http://schemas.openxmlformats.org/officeDocument/2006/relationships/slide" Target="/ppt/slides/slide19.xml" Id="R220cd5e422f4422c" /><Relationship Type="http://schemas.openxmlformats.org/officeDocument/2006/relationships/slide" Target="/ppt/slides/slide20.xml" Id="Rc281f8cb59a44b8e" /><Relationship Type="http://schemas.openxmlformats.org/officeDocument/2006/relationships/slide" Target="/ppt/slides/slide21.xml" Id="Rffaa00cb7d834ad6" /><Relationship Type="http://schemas.openxmlformats.org/officeDocument/2006/relationships/slide" Target="/ppt/slides/slide22.xml" Id="Rc14487af60384a2b" /><Relationship Type="http://schemas.openxmlformats.org/officeDocument/2006/relationships/slide" Target="/ppt/slides/slide23.xml" Id="R8cb30a3b0ad64179" /><Relationship Type="http://schemas.openxmlformats.org/officeDocument/2006/relationships/slide" Target="/ppt/slides/slide24.xml" Id="R7c6235928085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56ae47fe6a4c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fd9125b39407b" /><Relationship Type="http://schemas.openxmlformats.org/officeDocument/2006/relationships/notesMaster" Target="/ppt/notesMasters/notesMaster1.xml" Id="R4dbb1e0a959e49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e4b42790b74b37" /><Relationship Type="http://schemas.openxmlformats.org/officeDocument/2006/relationships/notesMaster" Target="/ppt/notesMasters/notesMaster1.xml" Id="Rd9a09263b3b8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eaa6de689411f" /><Relationship Type="http://schemas.openxmlformats.org/officeDocument/2006/relationships/notesMaster" Target="/ppt/notesMasters/notesMaster1.xml" Id="R71b675c9818c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6d8f101ba14f34" /><Relationship Type="http://schemas.openxmlformats.org/officeDocument/2006/relationships/notesMaster" Target="/ppt/notesMasters/notesMaster1.xml" Id="R5de585ff5a6642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18248063347f6" /><Relationship Type="http://schemas.openxmlformats.org/officeDocument/2006/relationships/notesMaster" Target="/ppt/notesMasters/notesMaster1.xml" Id="R05b8d62c1abc41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d8f6dc49d14891" /><Relationship Type="http://schemas.openxmlformats.org/officeDocument/2006/relationships/notesMaster" Target="/ppt/notesMasters/notesMaster1.xml" Id="R3ae9e98fcd0242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7eb0c833964067" /><Relationship Type="http://schemas.openxmlformats.org/officeDocument/2006/relationships/notesMaster" Target="/ppt/notesMasters/notesMaster1.xml" Id="R73617966dbfb42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b2f51bd8b4855" /><Relationship Type="http://schemas.openxmlformats.org/officeDocument/2006/relationships/notesMaster" Target="/ppt/notesMasters/notesMaster1.xml" Id="R8526dce2f1a147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1b186441fe4a99" /><Relationship Type="http://schemas.openxmlformats.org/officeDocument/2006/relationships/notesMaster" Target="/ppt/notesMasters/notesMaster1.xml" Id="R74776a17591148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cbf7c2c8a84a7f" /><Relationship Type="http://schemas.openxmlformats.org/officeDocument/2006/relationships/notesMaster" Target="/ppt/notesMasters/notesMaster1.xml" Id="Rd24e6b78ee384f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5f1aa5e9264d46" /><Relationship Type="http://schemas.openxmlformats.org/officeDocument/2006/relationships/notesMaster" Target="/ppt/notesMasters/notesMaster1.xml" Id="Re41ff85d621a4e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eca477854b4d79" /><Relationship Type="http://schemas.openxmlformats.org/officeDocument/2006/relationships/notesMaster" Target="/ppt/notesMasters/notesMaster1.xml" Id="R25df5ac4a38647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abf3caccda4708" /><Relationship Type="http://schemas.openxmlformats.org/officeDocument/2006/relationships/notesMaster" Target="/ppt/notesMasters/notesMaster1.xml" Id="R5308e12d132342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052580130849c5" /><Relationship Type="http://schemas.openxmlformats.org/officeDocument/2006/relationships/notesMaster" Target="/ppt/notesMasters/notesMaster1.xml" Id="Ref5d07770a1742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f88a8b1c0d4cd0" /><Relationship Type="http://schemas.openxmlformats.org/officeDocument/2006/relationships/notesMaster" Target="/ppt/notesMasters/notesMaster1.xml" Id="Rbc31f7cd2f7f46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216feec6ad47a9" /><Relationship Type="http://schemas.openxmlformats.org/officeDocument/2006/relationships/notesMaster" Target="/ppt/notesMasters/notesMaster1.xml" Id="Rb23953f6aa7545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1579bff9324531" /><Relationship Type="http://schemas.openxmlformats.org/officeDocument/2006/relationships/notesMaster" Target="/ppt/notesMasters/notesMaster1.xml" Id="R16d4c434b8a14a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f844a3069e4f5e" /><Relationship Type="http://schemas.openxmlformats.org/officeDocument/2006/relationships/notesMaster" Target="/ppt/notesMasters/notesMaster1.xml" Id="R27436ae493dd47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8da958cd6546f5" /><Relationship Type="http://schemas.openxmlformats.org/officeDocument/2006/relationships/notesMaster" Target="/ppt/notesMasters/notesMaster1.xml" Id="R7ab09b3400f644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05f400dd844900" /><Relationship Type="http://schemas.openxmlformats.org/officeDocument/2006/relationships/notesMaster" Target="/ppt/notesMasters/notesMaster1.xml" Id="Rf2544789798b41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591286c0024714" /><Relationship Type="http://schemas.openxmlformats.org/officeDocument/2006/relationships/notesMaster" Target="/ppt/notesMasters/notesMaster1.xml" Id="R27c47c35e79549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f1a92da3a1b4778" /><Relationship Type="http://schemas.openxmlformats.org/officeDocument/2006/relationships/notesMaster" Target="/ppt/notesMasters/notesMaster1.xml" Id="R758bfcc482b340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416866a9aa4015" /><Relationship Type="http://schemas.openxmlformats.org/officeDocument/2006/relationships/notesMaster" Target="/ppt/notesMasters/notesMaster1.xml" Id="R25846a8e96d142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90af5127e794161" /><Relationship Type="http://schemas.openxmlformats.org/officeDocument/2006/relationships/notesMaster" Target="/ppt/notesMasters/notesMaster1.xml" Id="R404940174ee340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11ee2f9ff458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e9010292c5347d7" /><Relationship Type="http://schemas.openxmlformats.org/officeDocument/2006/relationships/slideLayout" Target="/ppt/slideLayouts/slideLayout2.xml" Id="R42c4aae43e6e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c4aae43e6e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aa770db70b409d" /><Relationship Type="http://schemas.openxmlformats.org/officeDocument/2006/relationships/notesSlide" Target="/ppt/notesSlides/notesSlide1.xml" Id="R64c9cad7cf6548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e811d02016409d" /><Relationship Type="http://schemas.openxmlformats.org/officeDocument/2006/relationships/notesSlide" Target="/ppt/notesSlides/notesSlide2.xml" Id="R189e4f5ef96a44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75456b63714aa4" /><Relationship Type="http://schemas.openxmlformats.org/officeDocument/2006/relationships/notesSlide" Target="/ppt/notesSlides/notesSlide3.xml" Id="R0f349ef549df4a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e3957b9dbd4fe8" /><Relationship Type="http://schemas.openxmlformats.org/officeDocument/2006/relationships/notesSlide" Target="/ppt/notesSlides/notesSlide4.xml" Id="R521a4de4b9fc47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89cb6d3cca449f" /><Relationship Type="http://schemas.openxmlformats.org/officeDocument/2006/relationships/notesSlide" Target="/ppt/notesSlides/notesSlide5.xml" Id="R0df1e2b4462c47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0465c7b3e44a8" /><Relationship Type="http://schemas.openxmlformats.org/officeDocument/2006/relationships/notesSlide" Target="/ppt/notesSlides/notesSlide6.xml" Id="R61f7f4537e004e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11aa1da6546b6" /><Relationship Type="http://schemas.openxmlformats.org/officeDocument/2006/relationships/notesSlide" Target="/ppt/notesSlides/notesSlide7.xml" Id="Rabf56caafd7d4d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28a3d6152449d5" /><Relationship Type="http://schemas.openxmlformats.org/officeDocument/2006/relationships/notesSlide" Target="/ppt/notesSlides/notesSlide8.xml" Id="R604106b96b6e40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7d8570f3f04c02" /><Relationship Type="http://schemas.openxmlformats.org/officeDocument/2006/relationships/notesSlide" Target="/ppt/notesSlides/notesSlide9.xml" Id="R1d6c1e5ba4e745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35d59b5704571" /><Relationship Type="http://schemas.openxmlformats.org/officeDocument/2006/relationships/notesSlide" Target="/ppt/notesSlides/notesSlide10.xml" Id="R94b9439eedd44c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b73fd192b4bce" /><Relationship Type="http://schemas.openxmlformats.org/officeDocument/2006/relationships/notesSlide" Target="/ppt/notesSlides/notesSlide11.xml" Id="R47937ab08ecb4b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72cf60cf7749c7" /><Relationship Type="http://schemas.openxmlformats.org/officeDocument/2006/relationships/notesSlide" Target="/ppt/notesSlides/notesSlide12.xml" Id="R3c7bbb33749144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783068f6f4436" /><Relationship Type="http://schemas.openxmlformats.org/officeDocument/2006/relationships/notesSlide" Target="/ppt/notesSlides/notesSlide13.xml" Id="Rd985d4c651584e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453c7fd694037" /><Relationship Type="http://schemas.openxmlformats.org/officeDocument/2006/relationships/notesSlide" Target="/ppt/notesSlides/notesSlide14.xml" Id="R8f68ce197a6c4a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2ad6868229473d" /><Relationship Type="http://schemas.openxmlformats.org/officeDocument/2006/relationships/notesSlide" Target="/ppt/notesSlides/notesSlide15.xml" Id="Reda8ee24371144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41762050d44d4" /><Relationship Type="http://schemas.openxmlformats.org/officeDocument/2006/relationships/notesSlide" Target="/ppt/notesSlides/notesSlide16.xml" Id="Re521e7ee551a4f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81c88104414bd1" /><Relationship Type="http://schemas.openxmlformats.org/officeDocument/2006/relationships/notesSlide" Target="/ppt/notesSlides/notesSlide17.xml" Id="R210c91927c1749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4623b5a8304e93" /><Relationship Type="http://schemas.openxmlformats.org/officeDocument/2006/relationships/notesSlide" Target="/ppt/notesSlides/notesSlide18.xml" Id="Rdf521b15a85642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82296f50544b0" /><Relationship Type="http://schemas.openxmlformats.org/officeDocument/2006/relationships/notesSlide" Target="/ppt/notesSlides/notesSlide19.xml" Id="Rd8f84c5b403046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a221d211164d82" /><Relationship Type="http://schemas.openxmlformats.org/officeDocument/2006/relationships/notesSlide" Target="/ppt/notesSlides/notesSlide20.xml" Id="Rcf31f56a08ed48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f17999a48479f" /><Relationship Type="http://schemas.openxmlformats.org/officeDocument/2006/relationships/notesSlide" Target="/ppt/notesSlides/notesSlide21.xml" Id="Rb8de78048cc746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e8f61311e34691" /><Relationship Type="http://schemas.openxmlformats.org/officeDocument/2006/relationships/notesSlide" Target="/ppt/notesSlides/notesSlide22.xml" Id="Rd94c9c84eeab4d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b684a0e74842ac" /><Relationship Type="http://schemas.openxmlformats.org/officeDocument/2006/relationships/notesSlide" Target="/ppt/notesSlides/notesSlide23.xml" Id="R231f73be89284f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cbdd39369448e9" /><Relationship Type="http://schemas.openxmlformats.org/officeDocument/2006/relationships/notesSlide" Target="/ppt/notesSlides/notesSlide24.xml" Id="R202914ea03e448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B5E61-1A49-4971-BA95-8F72AA48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A3DEA-8E33-4E46-AF2E-53506DAE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5E60C-DAF6-4A62-A1A2-AEEC6BB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CA3C9-4F17-4CD4-8BEB-D8AB286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EXECUTIVE TECHNICAL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9DFBC-63D5-4DA8-BCC7-2A84EEA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286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End-to-End Observability for Deep Agents + Dynamo + SGLang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787A4-5662-493B-B346-507B32CA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How a single SWE-bench task becomes a prompt, a runtime request, and an explainable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F07E5-00E1-4518-9E68-70905C5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C1850-DE45-47D7-A7AD-82FD091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CEF87-5E91-4BE9-BF57-17986E8A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prompt lineage stages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54E88-D879-4D06-A25D-21E7CC73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task_input to model_behavior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6DD36-3714-413F-9393-A6ED7F20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529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8FB2B-3DC2-4FE9-888B-80DC3F30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5/5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D31B6-75AD-4E46-880C-CC76F25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alignment rows agreed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5A7FD-2032-45E5-BD9D-3A51CF13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768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no runtime divergence found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3B169-FDC7-4F5A-A6DC-BFD65735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529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BABF5-9688-4125-B0BB-881E3AC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31A1B-6E31-48EA-AD2C-92208DBE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672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workspace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4505A-8005-4CF5-81F9-9FBA79E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768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execution gap isolated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EEEBE-FCEA-46C9-9A9D-868835D8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8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B5F36-0427-468A-8679-CE2EB760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391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973B4-F6D0-4674-8719-C5825192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610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A2044-40C8-422A-B991-C54A2EF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91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6DACF-B77C-49FA-B09A-E057C02C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24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8"/>
          </a:solidFill>
          <a:ln xmlns:a="http://schemas.openxmlformats.org/drawingml/2006/main" w="14288">
            <a:solidFill>
              <a:srgbClr val="0F9F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3B7F2-9954-48AE-A5D8-7CFDDC02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391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07D8D-1A59-462D-BC65-86F9A5D3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038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9B262-23E7-4162-8532-11DF353B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91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FA5CD-1233-4092-AA42-54BD07D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752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638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1401A-9628-49DF-B33E-013917C8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391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87CCA-8D16-433E-8AC7-9AF110AC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467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1BD23-541F-4BB9-B2C4-49E3173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391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7CCC8E-38E3-4CCE-A4CD-D622490F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51BCE-3026-44C1-9209-9BBF641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1431F1-EBDA-4EC9-920C-3FCBCAA7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6B05B-C6F1-40DC-A5F7-4FD1A816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54715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A2731-748B-4289-B331-3294E981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1D993-FBAF-4C32-8005-A582DA1E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E9354-EEEE-4AE7-B754-C2AEAC80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A986A-3627-421B-B8C0-00D96FF0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reporting layer turned one opaque agent run into a cross-system operating trace.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84135-75EF-4BAA-877C-92788647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276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A55F8-E81A-427D-AC15-109726C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A2D94-5AF3-4E0C-AA1E-C51C63EB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7AB17-C558-472B-8202-DAD8FE32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876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 can now see the run move from raw task input to formatted prompt, request envelope, runtime preprocessing, worker execution, and final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E222E-F1D5-4F09-B0C3-909A4E30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3276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64F58-7AB6-4F0D-A793-B9F06503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ECEF3-17FC-47DA-8DD9-D9F4082A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1E5DE-4100-4774-B433-CCCE7E1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876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Every stage carries an owner label and evidence trail, which makes failures assignable instead of mysterious.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3D621-1759-4494-8B1A-3FD89409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276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DE36F-E978-44AA-B3EF-1B66C2BC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6A32A-8806-4DFD-856C-33A6B6E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Latest finding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A76FA-5620-4FBE-BCF9-CA63E748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2876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Instrumentation worked: parser, tools, worker, and alignment evidence were captured. The agent still failed to edit the workspace.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26ED2-9CE4-4702-BEFE-3B77B71C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85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1E8C3-1D49-44E4-824B-95F16BCB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Central message for executives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95E08-F45E-48F9-8EFF-8778750E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latest run did not solve the coding task; it proved we can diagnose where the failure happened.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E4EFA-0097-400F-B204-5311949C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reframes the work from guesswork to operating visibility: prompt assembly, runtime behavior, and agent effectiveness can now be separated.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F1A40-5572-45A1-BB4B-E6C54F41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0DF8E-7EF1-4189-969E-275C4D27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5BE5B-73E7-43F5-8893-96B42029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05CB5-F87C-4866-B7D8-987C2FB9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63136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9722D-7EBF-4FC7-B0F8-BD340933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94779-C645-4A00-BEB6-AE906B0B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368AD-4750-4599-BD88-99D178AD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1760E-D6A1-44A0-A310-E57A692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old failure mode was ambiguity, not just low performance.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DF28D-B2D4-40E6-AE36-A509CB47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4450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D9D4F-0A96-4057-81CA-AFB0FFC5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0F9F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99172-854B-40DB-9A41-518461FF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F4FD0-C1A3-4555-9891-E0363F5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Final answer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0B58E-EDC6-48F0-B07B-FFB1E90D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When a run failed, the team could not quickly tell whether the issue was prompt construction, Deep Agents behavior, Dynamo routing, SGLang execution, tool parsing, or the model itself.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6F65F-5A41-4135-AB3C-EED99D0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6085F-B2C6-4CF9-AD0D-EEC00F68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Traceable evidence chain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E649B-3D0C-458D-8877-3172560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The run now carries stage ownership, prompt structure, tool/runtime context, worker evidence, and final behavior into a coherent report family.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3FECA-8A24-4A5D-9BF7-C6AAB038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Manager impact: faster debugging, clearer ownership, and a more honest separation between platform readiness and agent success.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EA87C-F636-4B92-9A4A-48145F46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FE190-9ED5-4ABD-9078-20B005F7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6344B-87A8-4AB0-8E62-5994546E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97861-4FF0-47C9-ACD8-2CD30772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70974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DCE23-F043-4006-8206-5576F204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DAAA5-FC18-46E7-8E94-351F08F8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5D54E-6E93-4F81-BCB7-CD35B401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5C353-72D4-4538-B958-7B80DD0A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Every major stage now has an owner, an evidence record, and an artifact trail.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3E2D1-66B8-4DF7-8304-0B5B4976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676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3F6BC-13B3-4260-B122-73FCD4B6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288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AgentBench runner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A4958-32A3-406D-9AEB-5331829D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loading, workspace prep, run lifecycle, artifact 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C5108-7BCE-4D78-A870-E8783E92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6496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F17B6-5A0F-4A0A-AEEA-67330B84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955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Deep Agents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529C7-514A-4685-A2A6-667F9B8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1462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construction, request context, response capture, behavior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C87C2-DCA1-42A4-8263-3EEB9D92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622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FECB1-9ACA-45EE-9880-F6AD345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623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AFBDD-246E-4B37-BBB7-2706229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81375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parser observation, prompt tokenization, cache signals,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3603E-7242-4ED1-A2A2-A8F5FEA9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596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4DBE6-F730-4B4B-A8AC-15A5C44D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290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98BF2-A8D2-4DBF-A473-50C2AB0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81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Prefill/decode activity, worker id, cache/recompute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41557-7F05-4F4D-AD20-55312D44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569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24565-3BAD-4E63-8C10-357C090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958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5E58C-0ABF-4D2B-A23F-FA768B10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evolution, lifecycle, runtime alignment, final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05521-9A85-4DA8-8C6A-2CC69414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C6474-1ED2-4132-AD25-33E853B4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D454C-EA84-4FF3-8472-1C98607D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core report families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5F8C7-B154-458F-9594-4CA5A3F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prompt, lifecycle, runtime,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DA37F-7523-482E-B0F7-F90B25D4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34329-AC53-4FF4-BDBE-C4A85980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51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971EB-628A-48A7-B4B3-1D7B17D1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lifecycle table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97014-D189-46F2-A1C2-B8396B2E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setup through run summary tables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78E68-83EE-4DDA-8977-08483A6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80A14-8CA1-4E27-9F80-206F9365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BB15CE-B339-43C8-BA8A-5819FCA9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863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worker observed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4A8748-1F92-47B5-8E86-C3832FC5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958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7587894864635169841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028A7-3C2A-40CA-BC30-34AC9C77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architecture is intentionally split: benchmark wrapper responsibilities stay in AgentBench; actual agent runtime uses Deep Agents.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EEA9B-F18A-4EE1-B2DF-F6A68293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C1CC5C-1D04-42BD-BCA5-2DADF8A5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D8438-B9F9-4D20-B82F-9C533CDB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F5E53-2708-49C9-A280-7035F4DE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72529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0853E-60CD-4A81-8C5C-0D7B0F9F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81BE9-B805-4AB0-8A0E-7942E62E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481C3-ADD9-4045-B55D-1E066E17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2F969-8881-4BF0-AE84-7077CB26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run now has a visible route from dataset input to runtime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9D927-B5FB-4E78-974D-4D17A469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180C3-9628-436A-ACCE-CAE4146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SWE-bench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87D8F-C0EA-47B1-A5A9-273450A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+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F0E11-5B9B-4D5D-8259-4E725A9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527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2BE04-498A-4807-8D3F-DB4796F2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86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F51A2-D7E4-4236-8D40-E8B9074C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4DA32-F338-47FF-B0B8-5253DFB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Prompt builder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7797F-BEBB-4E24-B261-7B4E9060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004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114-line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C37D-B221-4207-8AF3-0D4816FE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527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9A63F-840E-4058-8F41-2F86535C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FAA05-C362-4956-9315-657C5ECA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0FBB0-E218-4AEA-90F7-3B8448A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Deep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3CBCF-41C9-477F-A8CA-122D345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 +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774BB-4BAE-4C4D-B411-5EAC32A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527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56319-B17E-43A6-A468-13DFD315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86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34DB1-7EB0-4E93-99A3-E4B6E2B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42A8A-5B9F-4469-9CFB-3FFB388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Dynamo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1014C-36F6-4FCE-8C1C-F6C35A1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004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parser +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5F844-F441-4FC3-92A5-DFACF341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B784A-EA17-4F19-8F79-80DAC7AF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86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0A9AC-D7BE-4AA9-89E4-BEDE7D10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48382-6159-45E6-9D2C-200FE02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SGLang worker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A8D7F-035C-44F0-917D-21A5CB42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prefill + decode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79801-C41E-492B-A57F-44D2DFDF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527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397BD-4AD4-4DAB-8B5D-E2541A11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126451-E611-4CA5-B8DC-A52DE77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8130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4E06B-A4D6-4782-BC1E-5545847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Behavior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0D2D80-05C9-47F8-B3D3-AD7D6B76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tools + finish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855F89-049D-4A20-9872-E3148C74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527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BAAFF-8477-442A-AEBA-6110E81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C1F41-92AD-444A-8691-730246C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81300"/>
            <a:ext cx="1295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93580-22B3-423F-AC86-9F63BAB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14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Artifacts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AFC60-C63D-43B5-84A7-0910A387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reports + tables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0AEDBD-A478-4972-9305-46569F09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Prompt layer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A47A2-9189-4F79-A0F4-05A44DEF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76F0ED-6C4A-4A6D-A9D8-DC6BB90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52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51C92D-EFFF-43E1-95E8-164185B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C361CD-5782-4280-8D2E-AE4B9245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52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Runtime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A1497D-D74C-430D-823F-9E4A9BA9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149CFD-89C3-47C7-BD78-D9E13D0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52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Evidence layer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90D55F-3D03-4A07-BC27-557E127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285057-C6F1-4F21-A211-27E9EA9D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visual route matters because failures can now be located along the path instead of assigned to a generic agent failure.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36AD56-4CCB-4FBB-B921-FF7EF0DD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0DFE32-1D83-4D9B-ADC0-00C14157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12BE9E-B9A4-4678-A537-C2FBD02C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2B6056-DEFF-42AF-A959-C0E08561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20522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D7E70-9543-45CA-BE7A-7B45EF53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A7C9B-0271-4F47-924B-4AD3A9FE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9C110-CB01-4BB7-86F4-8F81A95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EVIDENCE PACK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56C2-6280-4CB9-862E-6FEE0159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Four report families create the complete management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4D905-7EFA-4D2B-9BEC-7358C3E9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85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1FA15-52B8-419E-A6F0-83F9888B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stage_lifecycle_table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29BE5-A7E2-4EC2-AC99-57A95F9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Chronology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F20C3-1EF8-45F1-97EF-94139606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17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Shows when the run moved through setup, workflow, runtime log collection, and artifact writing.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9BDDA-484F-4A7D-987E-4B18B0BD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485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568A6-F8E5-4AE9-9021-0C115E42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prompt_evolution_report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C105A-4686-47FD-A56D-1019C34F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Transformation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91D05-5000-4D4F-873A-7CBFDB9F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14650"/>
            <a:ext cx="417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Shows how task fields became prompt text, request envelope, runtime context, and model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EE47A-AAC3-424B-AE8C-199B252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85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FAF51-B1FB-45CD-B0E2-D6B7BFC3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runtime_alignment_analysis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C9876-0498-46AD-B85A-D8063408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Cross-layer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2A8F1-05EB-46B5-8090-D7CABC82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17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Compares Deep Agents decisions with Dynamo and SGLang runtime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CA18D-C12C-4719-895F-3147AA5D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485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03C5A-FC68-4E17-A4C9-0C0B4B9F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7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final_summary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94621-8B1A-4E0A-A115-7060B4AE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57B20-25C3-4EDB-B4F1-8A6A408C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417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Preserves the actual final response so claims can be checked against what the model really said.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BE99F-6A5D-469B-8C52-612AF78A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529AE-B4AB-46DC-9707-1253FA0A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80819-318C-4AC3-81C5-C3468264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38734-81D3-4839-8363-95F67C1B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7388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26818-35FE-4D81-8424-68C8B02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CCA5D-4DEF-42AC-BEC4-72F201A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A3AA0-E38B-4761-B9D6-57AFE93B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16BB0-2AE9-40E3-8D9A-5CF50792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Prompt evolution is now visible as a seven-stage lineage.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43A58-90A2-469B-8D86-86D71AD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026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AD505-0568-41C9-858E-CB25CC3A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A4240-38C6-4F4B-B982-F18B6DC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9807A-7733-4CF8-AF41-B451D62C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task_input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82B82-2243-47AD-B4A9-D94EF975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agentbench_runner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B4783-A48E-4492-BAC5-8730FD87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0020D-5ABA-4688-B52B-573D37B0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90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BA73A-116C-47E8-9FC5-72BFC4A8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48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formatted_prompt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20A29-867E-4491-9C52-BA07ECDE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86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prompt_builder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CCB14-9306-4590-BC9F-B5150CDF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6549A-F351-4153-A202-2FC821CF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0E14C-BB86-4DA8-BED8-4D8DE68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48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final_model_request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BC2A4-63EC-4CD2-BE28-F8993425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request_dispatch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1BB2E-977F-43A9-BA79-C2E2EA82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97405-BCC1-4D7B-9DB0-8BBB0743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17102-1291-4BE0-9762-95C00678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system_context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841F2-3D6B-4C57-B647-046C9792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deepagents_app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1CC76-FB9D-4BEB-BA58-D64598B7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3110A-2176-433E-8D36-D1805C36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57A23-3235-46E0-B6BF-6A6BCFD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tool_runtime_context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FA35B-C820-46FD-B5D2-ED984925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frontend_dynamo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5C3EB-CFBD-418E-B313-EAFF8923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07D75E-8E21-483A-9CB6-593A3B91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90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A17E9B-A40F-4A9F-95DC-D66455D5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runtime_preprocessing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BC26CD-7172-4B2D-8FE3-2C678541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frontend_dynamo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F5645-AC21-4474-A49F-EB0BFCD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E6BD97-982B-43BA-B134-9FE26813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990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602814-2DDD-41F5-A939-534EE3AF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448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model_behavior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AC95D9-AB72-4B44-A1D4-B15E62BA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8862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deepagents_app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46EEE9-3412-405E-B1FC-BE7F30F0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904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6FBCFC-AEDC-4363-8435-2FDE78FC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72C48B-0BE1-44A3-9768-F92B999C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48200"/>
            <a:ext cx="864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1E70F9-0799-44FB-A236-E715FA36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953000"/>
            <a:ext cx="864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report records what changed and what stayed stable, making it possible to distinguish true prompt mutation from runtime metadata and final behavior.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6E25F3-5878-49F2-ACDB-D99B9218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A33B05-6EB6-4363-9C57-47BFF41E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7F8F63-8450-4BBD-8C19-31B97D1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3CD16F-4378-48DB-BCBA-2FC72CB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22481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35AD6-C7F1-4041-8F90-E495CA2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37499-B1E4-4F30-BB0A-C44BC0A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C73AD-9C01-4EF0-AEF1-15AD173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D5DEE-E2CE-4118-98DA-E3B90A5F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Ownership is no longer hidden inside one black-box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69873-50E6-4F7B-AFA9-0923F095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EF0EB-4AC7-45C0-8444-B6A14019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CED5-DCEC-46A4-B934-218ADBE9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E283C-54B2-470C-8F77-50BD6250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Stages owned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AB2B8-9868-4BE4-B0AF-0EE4C5A0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DA1D5-A730-4372-92DB-EE9CAD89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8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Evidence now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1EDE1-135E-4648-AD00-D42CA2A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7FF9A-B43D-47F1-8DC6-01A929A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agentbench_runner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6672F-13F1-4F7B-A148-3AB4ABE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2B2F2-B8B4-4371-8654-2ABADE65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38425"/>
            <a:ext cx="2990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task_input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F23C4-53F0-40DD-AA67-7BDB95B5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2F54B-D078-4609-8782-AC9043FE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repo, base commit, selected tests, workspace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A500C-1A57-4B45-B73E-233308B2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B8F00-F2DC-46AA-A711-29C10BB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F64D2-2822-4CB1-81F2-07EBD24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prompt_builder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71CBC-546E-43BF-9430-E980272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051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9CD2D-698A-434D-A71B-B8D1B032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71825"/>
            <a:ext cx="2990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formatted_prompt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5C555-04C0-497A-B0D2-F3524814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43054-1323-49D2-B7DE-48819212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114-line prompt, char count, task fields merged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1D794-FE72-42A3-B6BF-B00DE77B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432E6-DB71-4B54-A6AF-4FC5F547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947C0-6EED-431D-A1C7-155E2002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request_dispatch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7D0DE-1FCA-4845-9CA0-8E00D903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647EE-AC2B-42CC-96A9-F20D74C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05225"/>
            <a:ext cx="2990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final_model_request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353EC-33D6-48DD-8AD1-15BC825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0ADC7F-CC3D-438D-A4F2-825D7AE6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05225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model, frontend, tool_choice, request_id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4326C-221F-4BCB-9746-57434A8A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FB1A5-1F3B-442D-81B1-6649507B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213F82-6FBA-4638-BD52-8AD3AE9D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deepagents_app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B43CC4-9FBB-4274-9051-903673C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EAB596-A772-4021-B5FD-0F759224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38625"/>
            <a:ext cx="2990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system_context, model_behavior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5A76F5-437A-48A2-B78E-2A2AD6C4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1C5AB4-F916-417B-A2A9-AAAF32B8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38625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instruction surface, response text, finish reason, workspace outcome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15D487-7392-46DA-A5B1-85D44179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A64AEF-8206-4F59-876B-B2D248AF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A711B4-8E1C-476D-96A0-16A8EE00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frontend_dynamo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3A8A7A-06E4-430A-83C6-C923315B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053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1EF77B-8723-4FEA-B143-DE86C41B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72025"/>
            <a:ext cx="2990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tool_runtime_context, runtime_preprocessing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3C3CA2-C515-421B-B70B-8F10FCE5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053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12EB48-E36B-4CB9-9475-0651DAF5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72025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parser=hermes, tool surface, prompt tokens, cache signals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FED656-7381-4AB9-B378-1D256650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B56275-43FB-4E3F-9128-915DA866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component labels are our reporting vocabulary, not necessarily standalone scripts. They make the trace discussable with clear owners.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8D2AD2-6FB5-4CBA-8FAF-F5890CB5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B5A012-1E82-4303-A311-4F61D0B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275BDB-3CFE-475C-A0E3-6BA762E2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9ADDD9-A26B-4E33-89A7-EB4A36DE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42043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8ED96-3D3C-431C-A1D9-F866419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169A8-DB92-4A11-80B6-29EF349A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ADDCC-378B-4489-99EC-865E8D61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OBJECT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68F26-636A-450B-90C9-6562C2BC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most important transformations are object-shape changes, not cosmetic text edits.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B775E-E064-4BA2-AC41-9C858E5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task_input -&gt; formatted_prompt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77BA1-7F58-4F55-B43F-CE874E27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4050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1B75E-088A-429C-AA5A-5726BFA9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FF319-14E5-4DBC-BF3B-A41116FE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936C0-225E-4816-901F-D5D87B3C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repo, base_commit, problem_statement, requirements, tests, workspace_path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28441-87DC-4F61-BE2F-412B778F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96CF3-054D-4539-8E5C-DAFAD42C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B2D73-5E91-4894-A32C-71F66218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D9489-F728-4F8A-8614-D4AA650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formatted_prompt -&gt; final_model_request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8B6D3-FA79-4B83-B5D1-3E12E6F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4050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1F695-DEC0-4F7B-AD01-94B653F7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69CDC-8F3B-4D2A-9A92-EA1A047C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E2B35-FB45-48FF-9B53-8DC9D3B1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D96AB-D7F2-41E3-A01C-4FA0DC1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997B4-0508-4F23-B061-687CD449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model, messages[], request_context, agent_hints, tool_choice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7D293-F428-4040-8DA6-7D14B7E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F2DB7-05C6-469C-B38A-9C671CDC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runtime_preprocessing -&gt; model_behavior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16930-12B9-4424-8EAB-A150D1D4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4050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BA0E5-A49B-4B5F-801A-8861D9B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E230F-3409-4B31-A962-D86AEDEC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E2A49-6C0B-4CC0-A921-8497DB0B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request metadata, tools, parser, token/cache fields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24480-5AE9-416C-BD5F-D1D40E85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E641C-0019-4EDC-B513-1D3F96B3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messages[], observed_tool_calls, finish_reason, response_text, workspace_changed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6283A-1778-47C0-8C9A-382DE89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958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25120-FFA6-4FF5-9C93-6B0F2A5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4847E-266D-40BD-ABF0-7914158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76422-81C5-411F-93FB-E789654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0DF93-BCDB-4C52-995F-A3657CB1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75212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C00F5-5E23-4071-BE1F-936A5CE7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885F0-3459-4AD0-8EED-F7AA52BB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03497-9885-4815-A9A8-F9F2B9F7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GROWTH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EB5FD-E157-4813-9B0B-6F198778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Prompt construction created most textual growth; runtime added measurement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3DE16-BE50-40E5-94DB-BD7547A6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Raw task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6A44F-4940-45C0-97E1-D0F432E4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9552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46EC1-7755-4147-941C-2E3E84F7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95525"/>
            <a:ext cx="52080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65FEA-FB4A-4CD5-A6FA-2347DC0B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57425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1,330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972FF-A37A-46A3-8815-14414352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Formatted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4C66F-3165-4762-B8E6-8143710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987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1CBF5-57B8-4830-BAB3-A4DB2DCF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9875"/>
            <a:ext cx="2704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EDE5B-CB70-47C9-9FAB-5D78CF36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71775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6,906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6DADC-0EAA-4833-9A89-648F649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Final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C7BC3-D70B-4321-BC4E-934415A3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2422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26B53-1CF2-48DB-B590-83753DE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24225"/>
            <a:ext cx="2704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21853-B5C2-4A63-874B-D7E5ECE9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86125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6,906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4689C-1686-47D7-9832-937DC14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 behavior artifact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CE29F-CC0F-4388-9F8F-D4456F2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3857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AA0D6-2531-4D12-B09A-9C4F2CF2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38575"/>
            <a:ext cx="351328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75861-4C82-4B37-B523-35195E9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0475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8,972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2C37F-240F-4E25-BA5C-69A8459E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58B72-68BE-49DC-8EB9-46CC14B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12,553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531F3-2BF7-4411-92B3-A070C557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prompt tokens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1839E-B3D9-4EE4-BDFD-3EF49A6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captured during preprocessing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56A98-CD75-4E25-8421-956A634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16F43-B9EA-43A5-8F82-BAD04711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12,544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ACF0D-5794-413F-82DF-FDFF506E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576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cached input tokens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F839A-EF28-460D-9453-5560EAE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99.93% of input tokens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155C3-2FFC-4009-AF13-328F22A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5A6DE-5EF8-490F-80FA-A7C654D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340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2,048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8EC96-6541-4DDB-B090-3A855980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244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 tokens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88A827-2542-4EF1-B4EA-21CD976B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339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run stopped at length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2DFA8D-CAA0-436A-92A4-E0A8C1E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textual payload stabilized after prompt construction; runtime stages mainly attach parser, token, cache, and behavior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338A7C-970C-4BC6-A1C7-44353D66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12172D-926F-4108-B7C8-160B9EC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37B7FF-EF10-447A-B07F-405CD926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71176D-FC84-4387-9A4E-381345FA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45966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7A8C27-B40D-47F0-AA35-07FAFB1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9644A-EB2A-4F17-9FCF-302FD261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5022A-B41E-4FB0-8870-81E05F71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RUNTIME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B4E85-C41A-4771-A2BF-5E5E68FA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runtime path was ready: parser observed, tools exposed, worker selected.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FBA04-A91F-464A-8308-96944539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81261-54AC-41D9-8BBD-2591DC12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hermes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8E6E2-290C-4ACE-A8F8-9EBE476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tool parser observed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FE3F9-1358-41E8-8941-B34B25C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frontend runtime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885BD-3AD9-4A23-8BAC-CF4919D7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5255E-3CCA-4530-AFD7-64E1BD54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98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224CA-4124-46E4-915D-2E8C06FE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90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expected tools exposed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76033-722E-4AF3-B633-ED62CF10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write/edit/execute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63F30-6377-4F77-B861-5A8B9A2D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3B27C-EC20-440B-9965-6A9AA601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75878948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11563-8D21-44AF-ABF1-2AC8F2BB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worker selected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604D5-C54C-411C-9AD7-BD8F0BA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SGLang prefill + decode seen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67ED1-D9E8-4AF8-8690-4DCD436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D005F-4BAB-4557-900A-FAC84C2E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99.93%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514A6-AB8E-42D5-8F09-F1046C7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input cache share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97C8D-0450-4003-AAA3-E7155C3F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12,544/12,553 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20FC9-A830-4753-B3AE-99E8CE3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038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360CF-3361-46C6-8C47-35461C4C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Expected tool surface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A6C51-E0F0-4B5E-8D59-5914C35A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A1653-C3D3-4854-B0FC-F2ABC5CE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14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write_todos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DC1D9-5EB5-4F90-B637-930712F4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0F9F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9586A-4199-4329-8B26-57AA3F8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14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47FCC-481E-43D5-AF31-854A9249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481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0F9F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4EA18-8645-4F2E-BD0E-29DD4D9E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14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read_file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3B4C-F38C-43B1-B51D-DDE1FC25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56E90-7CCA-4FB8-B75D-DA41867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4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write_file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6C09D-C533-4EC5-B487-E731595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7A6C5-E89F-4CEF-A484-462C13DA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14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edit_file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8C447-E7AE-4A90-B2C1-8895A1D7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7D770-B217-4003-9588-7C7AF2A7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767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glob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2342D7-C1BC-48DC-BDFE-64A2518B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101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210C7D-E0AF-4574-BAE8-CBA7D0CD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767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grep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93E63B-54F8-45E7-A656-7021DFA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101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60482-AF4A-48A4-BC1F-1E72B649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767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execute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2B0C48-0B73-412F-917B-9F554C6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8E20C1-C5E8-49EB-90A0-6519B7C4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767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task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4CD83A-C384-4DA0-B4A4-279432F7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006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Observed tools were only ls and read_file; the platform exposed edit/write/execute, but the agent did not use them.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207E6D-C6A4-4B1B-BAE9-5199227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C70339-4CA2-4077-BFD2-8CAEE34A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70B4E1-BEEB-44A1-AB35-CB040F6C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BBE0C4-14AF-4A09-9C6A-74EECE38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81311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1DB80-1ED4-49C8-9D37-0A9A674E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C085E-0415-4D97-A12B-7D9C4A23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06BCE-5715-4615-B615-8539D8E8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AB91C-A0BC-4954-8423-C444385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Runtime alignment found consistency across five major decision 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67A20-7623-456D-AFE9-8BF3C1C9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FB70E-2B62-4FFA-8270-06DB76C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276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Decision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D04D9-F719-47B1-AEB0-28A02C71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143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ADD5C-6E6A-43FB-99F4-D415FEB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28850"/>
            <a:ext cx="3990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527A2-D113-4968-B07E-5293134B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E95FD-7495-4E18-9FCA-9C46430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EE04F-709B-466C-B52D-AF4A02CC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402B3-C5C9-4860-95B8-F7085E4A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22764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request_dispatch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6C4BC-F9DE-4626-AC58-DFD7133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67000"/>
            <a:ext cx="4143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BB0B2-23B8-4F7E-83AA-53EF140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33675"/>
            <a:ext cx="39909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routed to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1CEC0-E82D-4168-8F20-C1951CC2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53CDC-8BB9-47CB-8166-195AF2A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33675"/>
            <a:ext cx="990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agreed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606FD-6D6B-463F-9D7C-A4650843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B1CBE-4083-4C26-9FE9-FCC0B21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6237D-7F4F-41CC-A35A-76778FF5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22764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tool_availability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54A39-28E1-4EE9-8527-732122F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81350"/>
            <a:ext cx="4143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62673-4334-49D7-AD38-A43764C6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48025"/>
            <a:ext cx="39909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 hermes observed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1E36B-FC0E-437D-B552-1E4FD21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813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65E3B-6495-419F-86D1-ACA93740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48025"/>
            <a:ext cx="990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agreed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8B2AD-0CC4-4470-8EB7-737ECCE9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6721B-F416-4A5A-9FEE-697AE74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3E37E-7A7A-48D7-92F8-CBB11003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22764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958F6-A13C-43B4-AE5E-964DDAE6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95700"/>
            <a:ext cx="4143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1B92F8-4DE6-4DFA-907F-D2F9C2D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62375"/>
            <a:ext cx="39909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ls + read_file results returned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6C946-A1C2-49AC-9DBB-B08E404B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957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4CCC8-E0EC-4B0F-A643-A6FB0DC3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62375"/>
            <a:ext cx="990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agreed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A9650-1FBA-4D08-9FC8-5CFB16FA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1F453F-3602-4685-9008-F6135D13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249E59-925A-4418-B456-A5A240F2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22764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runtime_execution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ACF986-041D-4F0E-9D80-76D89234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10050"/>
            <a:ext cx="4143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A0514-94BB-405B-A3C6-B746157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276725"/>
            <a:ext cx="39909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prefill + decode seen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33FAD2-2BE2-45A0-AC7A-C4755B81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100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A8028E-92B9-441A-B508-32F4E3EA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76725"/>
            <a:ext cx="990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agreed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8CF25E-84A3-445A-8A08-B8EAAEFC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AAD438-E639-479A-AB13-202EC44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4F6DA3-3CBB-47D8-8DE8-2941C3C6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22764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stop_behavior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16CDDF-B198-4522-9ED7-DABE3D69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24400"/>
            <a:ext cx="4143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4A593F-928C-429B-BCA8-ED0C7887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791075"/>
            <a:ext cx="39909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finish_reason=length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E687AC-EEC4-44CD-8675-8CE7654D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244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36C6F1-F728-4C2E-951C-72E30418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91075"/>
            <a:ext cx="990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agreed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EBD343-0130-48E9-92AE-9F3A2FB7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B7A9DA-3554-4EA8-B332-0A8C87E5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24061F-BA69-411D-B72E-C4DD6184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296BDD-F63E-4950-90AB-1614D018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decision rows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F60EC9-2F77-4739-8B8E-4D6EB339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all compared to runtime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85BE7A-C288-4081-A749-22073176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644F6E-A55D-409C-AA6A-0F3C4D93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4EA78E-EEC0-4662-B4CE-ECD5CF23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719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diverged rows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A367D5-44C4-4B2A-8422-8F9E3C6D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routing/runtime mismatch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44B789-2FA2-4DEC-9845-F99F17C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F13165-8EF3-46F6-A529-9A2C06E5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958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81.001 sec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8BFFB7-037B-429B-8B74-54233EBC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768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end-to-end latency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B1AB79-3C00-4773-9F47-7A87D0BD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 call wall time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013528-71B5-42A4-AA0E-0441829E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point is not that the run succeeded; it is that the system can now prove where it did and did not behave as expected.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4BD70B-4309-4621-B931-10A095E0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D7F7CB-732F-417A-B9C3-5BD04C26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E09D60-DCC4-4731-8CAD-29BEE997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BA1655-26A1-46DE-9833-6DC65776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91818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C7FD17-4E23-4C70-8149-DC39831A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CFD64-CF7B-4E0D-894D-13D9216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5DBD5-0415-4F75-9BE6-D05453AF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LATEST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4670C-E634-4E68-B8B4-A66CBC27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latest run exposed the exact execution gap: inspect-only behavior, no patch.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BB25A-25C0-4193-BD12-13E16597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7770-9BAB-49F9-9965-A8C6059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BE7E3-38DC-4454-826D-5513432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observed tool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2015E-C54A-4A76-8706-9956EE6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ls, read_file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652E1-1A9E-4AE0-A72A-9C3CD0F1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FCAD1-6A9A-458E-BBAD-FF4311A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False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F7C01-CA38-4773-9A9D-D5188920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workspace_changed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B8E7E-3181-4EC3-98C3-00D1C45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no diff or patch artifact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14646-378E-42AC-844A-6DEE709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AB753-D596-4EBD-BC5A-BC3B82F6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length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C26B2-A590-4AE4-832E-A539B82C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finish 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49D53-E8D2-4129-9688-6D7A54F0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response hit output 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962E8-C94F-4B02-9D8E-243D6ECD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C39E0-1F8F-4E1F-8925-6EE6862A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288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2,048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D3788-63E2-426B-9E1A-01BBDF04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98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DEE9"/>
                </a:solidFill>
                <a:latin typeface="Aptos"/>
                <a:ea typeface="Aptos"/>
                <a:cs typeface="Aptos"/>
              </a:rPr>
              <a:t>output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E740A-FEAA-423C-825A-30AEB1AE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truncated prose 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053F4-322A-43AE-9B0E-D9B94E5C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0210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7F7F4-B719-4EDF-8A95-0188A9D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D1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D1D9"/>
                </a:solidFill>
                <a:latin typeface="Aptos"/>
                <a:ea typeface="Aptos"/>
                <a:cs typeface="Aptos"/>
              </a:rPr>
              <a:t>Executive interpretation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BC2CF-2541-4041-8C4F-592C3747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9100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platform was observable and tool-capable. The agent behaved like an advisor: it proposed code in text instead of editing files.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5684B-D497-4FAD-B382-0E8BB37E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DA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DAE0"/>
                </a:solidFill>
                <a:latin typeface="Aptos"/>
                <a:ea typeface="Aptos"/>
                <a:cs typeface="Aptos"/>
              </a:rPr>
              <a:t>This is an effectiveness gap, not an instrumentation gap.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167A7-E90F-449E-94E3-C2AE7C97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4845F-4B50-4906-A480-06CD0D11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E3BA8A-E6E0-447C-965E-AF3890A7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70601A-97A1-4668-9465-2BAE780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602470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43C915-A69A-48BE-8D69-023692F8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9A3F3-8B5C-470E-90E7-D4D5A5DA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42148-C5D9-4F0D-A986-8622DC0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WE LEARNED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5BD91-CBB5-4FD2-BAE0-7A9A9276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is the right kind of failure because it is explainable and assignable.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1A730-8B89-4819-9A2F-898C0710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7B81E-3C12-4A75-8E13-AB2BFB63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3505F-999E-417C-9D47-4A6BF0CC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36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Instrumentation succeeded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7E300-8F7E-453A-BC4B-ED3A1C63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4362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 captured prompt shape, request context, tool parser state, token/cache measurements, worker activity, tool outcomes, finish reason, and workspace-change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3B26E-90BC-4535-ADC3-C15BD9F2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62BA2-F348-401A-8AB6-2226763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1186D-4D25-4783-8DF6-FE94BE77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436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effectiveness still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D33C4-0223-46C7-8E80-9AB1D11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3624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model inspected files and generated implementation guidance, but did not invoke edit/write/execute. It ended with finish_reason=length and no workspace patch.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F1CB1-2FF4-4D73-9C8F-82711EC3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57750"/>
            <a:ext cx="7924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7CFE0-6236-48DA-9FE3-197E7CC5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takeaway: observability is now strong enough to prioritize agent behavior improvements with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D8D05-40AC-40BC-8BA2-2713E83B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B3C49-6896-4E76-B050-649BC33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DADB2-F737-4A69-9360-EA8027D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AA7EE-DFEE-4E8F-8B7D-B47CDCE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93128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44BFC-92DD-4164-BCA8-D352AD7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84C60-B344-4E13-9486-2367A2E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6C83C-D8DC-41E3-BF58-14FC3D32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GAPS AND RISKS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4B79F-930C-4EF5-9FCE-D287463A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Remaining risks are now specific enough to manage.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A9233-7664-4390-9E5F-078CE79C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54B03-DAA1-44A6-A3F4-E9E2E5E0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373C6-4E7F-4F45-9169-72BAEECF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5D5CC-E8C6-4D81-92BC-E3D31C43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14550"/>
            <a:ext cx="299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9293B-4391-4DF0-80E4-14E8A635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FF6CD-FB24-42B6-8874-ADFDDC58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3562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Next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C1D4B-2315-4AF9-BE66-C47EA05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383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D545A-5CD0-4EE7-8560-5AD1419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1455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D7E56-FF02-402E-A428-7E9197AC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FF1A8-023C-4D91-9322-64EF529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228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FFB3E-EF39-4821-A2D4-C3EAB0B3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09B48-93CF-4AA8-ACFE-092E7B8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33675"/>
            <a:ext cx="299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Suspicious reporting/runtime field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499FA-F54F-404F-AE78-B327D9DA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0FDE6-E29C-4610-B827-82E8E8D4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33675"/>
            <a:ext cx="3562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Verify instruction loading and persistence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F6A72-D55D-473E-BE04-AAA2078B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8B12E-AB72-4BBA-B715-36351168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33675"/>
            <a:ext cx="990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4D778-D72B-47D2-A057-A42CFA1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1F87C-9B95-4574-BD54-AEB34B1E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6136C-6476-441F-8284-3649B131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2228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finish_reason=length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DA67E-D98C-40C3-9E52-8880969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82FD0-8894-4CC4-935D-E40501F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299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hit output limit before completion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A399A-C3D9-4F08-A50F-8A3904B0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A947E-25A2-40DC-924D-0D65680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62325"/>
            <a:ext cx="3562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Tune budget and enforce edit-before-summary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5892C-C971-4426-9DA4-271A9212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956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68A6C-21B0-468B-8446-3CA25160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62325"/>
            <a:ext cx="990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8E525E-6EA2-4ABA-8C82-CF97FBFB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E133F-EFCB-469B-9F4E-9A81205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CB3105-5374-40C9-807C-FC93F071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2228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Read-only tool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7875C-7BF7-43A9-977B-1B0F256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D60260-7BA4-4E7D-BF74-F0F25CB2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90975"/>
            <a:ext cx="299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Only ls and read_file used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2E90FD-A860-4F9A-BB20-2AAFFBB4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BE916B-4695-476A-AA7A-25471076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3562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Strengthen tool policy and evaluate write/edit call rates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6CDA4D-386E-4946-8F86-C152C75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243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8508E3-91A9-4D6B-9CFC-6E1C3591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90975"/>
            <a:ext cx="990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748A-81FC-4012-BBD3-F42146C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E60CE0-B2A6-466B-8289-F91240DE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415B5C-9DA8-4327-AF17-ABA09A27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228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Alignment not full causality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9F55D7-0D3D-4731-9E67-4DDB02AE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2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0346F0-C24B-45EC-8E6D-B878C6FA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9625"/>
            <a:ext cx="2990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Consistent logs are not causal proof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5C8DB5-F814-43BA-85A3-CFD7C1A3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B95628-9BC8-4399-A7E7-E6009890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9625"/>
            <a:ext cx="35623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request-level causal IDs and richer runtime events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EFA4D6-584C-487C-A0B6-FFF1DAD1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529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DC6816-E3DE-414F-B4DD-2FBB104C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19625"/>
            <a:ext cx="990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7ED6F6-8C98-4AB5-B7C4-E9A83B4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A27F68-CADC-4B5C-A282-23BF2710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value of the reporting layer is that these are no longer vague concerns; they are named, measured, and traceable.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DC0B1E-E48D-4ED3-9344-55378B41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7750A0-3020-4DFE-9C18-0324446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D76CD7-FF19-4F64-817A-2C8FD5EB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E5FC8E-8562-4979-BE2C-492A77A5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296091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B42D2-32B7-44A3-AB1F-A21DFD62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33E81-3664-4330-916F-55FB228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34E32-2A1C-47B1-8F4B-44044CBD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36C7A-FC21-47F7-92AB-F9ADCE61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phase should turn observability into control loops and dashboards.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FF6F0-6615-4703-A18B-61F8BF9F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9CA15-821C-49E4-886A-85046432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6E136-4381-4B52-B90A-0A0F30B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Validate suspicious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4B5C-0ED5-4EB5-954F-6F10EE4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Confirm why system_prompt_chars=0 appears and whether instruction content is missing or unreported.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2880A-D304-4472-AEAC-1353BE60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67A22-A2E1-4353-9AB9-389DFFC5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33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78041-1606-4BA7-898C-3AA4BB2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43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Deepen runtime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B338C-A517-4697-83BA-1452A3B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Add stronger request IDs, causal links, and richer frontend/worker decision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6274A-F48F-4A3C-AB31-3A085598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16EFC-71DB-44E8-85BA-8FB74769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DAD48-9314-4A20-8A4F-CB0696D0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Improve agent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72976-1A33-46F4-B14F-1E4A3AAF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909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Track edit/write/execute rates and enforce progress beyond prose recommendations.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05241-5EF3-4CF7-9B1C-798CE00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266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AE6F9-1FDD-4F70-ACDF-59C40BE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33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85BA2-5D66-4358-B44B-370A104A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Package dashboards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59E03-E760-48AE-A4E0-E4F0BF73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Promote report families into manager-ready recurring dashboards and run-comparison views.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964FD-03B0-49D8-950D-8725ACEA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6288B-D5E3-432D-9371-14082570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18D39-735F-40D5-8F05-D14B9996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28383-E3B7-473B-AB45-621295EC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32116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BB493-0F6C-4360-804D-9D751082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1FAB7-9986-4501-A96B-7327471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TECHNICAL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7204-9C36-420C-83B2-4F93B1F4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Raw Evidence Pack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F9ECD-F488-4CA7-A231-57D0135B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EE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EE9"/>
                </a:solidFill>
                <a:latin typeface="Aptos"/>
                <a:ea typeface="Aptos"/>
                <a:cs typeface="Aptos"/>
              </a:rPr>
              <a:t>The appendix preserves the dense report evidence behind the executive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C39AA-E7C5-49D6-93DB-BEA120C6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8DCC7-DE36-4CE9-93B6-1D4F65B9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384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61FC5-4812-4DB1-B508-3E31A01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527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artifact inventory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594E3-75B3-44A3-B22E-E087F216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C9E15-10E3-471C-B34F-2B25953A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042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1BB8D-A886-487A-964D-FAD7DD1F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147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 evolution stage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27C80-9AD9-4F40-8734-8C08D36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9219A-EE44-482D-A1B0-E9BAAFBA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070DA-6296-4856-A72B-ED14BBB8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76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Lifecycle chronology 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035A7-2546-4AB6-8F37-91428C82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07638-02F1-49F0-B50E-E37799F9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2432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8E716-2B4B-4592-BAFF-8409A8A4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3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 alignment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7A5B1-6916-49DB-9DCA-CEE522CB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FB61B-4ACA-452E-B26C-7857F838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862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190CF-E5EE-41C0-B2CC-90520BE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005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JSON key before/after excerpts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5AB9A-2477-4F0F-A245-D8493E52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EA246-4FA5-4D28-AB1C-39DA099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4822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7DEA4-3310-4C67-8B0A-B526826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response and behavior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06856-E892-4909-B253-31620DC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F983E-6640-4555-8E86-2FAC990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01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85893-2949-4F2F-A22C-03F37F9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24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Glossary and methodology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E6699-27C4-43FE-BDA4-EF43AA9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09482-8706-4171-9941-6DFEA645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FD0543-B20E-49A9-BE1C-D6CEB10A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5BB12-CDFD-4418-8064-924F8DA0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37789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2C4EB-50E9-4C0E-821F-A85289DC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77856-4904-480C-B696-6AC7D79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A8052-94A0-439B-9CC1-7328A51D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APPENDIX: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1360C-AF04-44AF-BCAB-DA72EB9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artifact family is broad enough to support reproducible diagnosis.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8CC74-378E-4BBD-92A7-61B1CFEF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309A2-F3B5-41C1-AD9B-E2AA18E8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92E15-B307-4507-8211-970E2ABB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D73F1-6562-4743-8A55-1A9CFC95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8505E-F6B7-4184-B4D9-79BE1F0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A02C7-00FA-4A44-A256-A7C2F86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603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Management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D442C-318F-4787-84D4-A860E3A9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E594A-E392-4C22-AD57-4B854E7F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705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prompt_evolution_report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C8951-1F18-4113-AC18-F3F8D2BE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0D2A6-68B0-4360-9298-92D5350C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md / json /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81270-DF81-4B5C-AF00-1C0DBC7D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6E22E-8B37-4C01-B1AB-6E038BC0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14625"/>
            <a:ext cx="6038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lineage, structure changes, key additions, model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CECB0-96D0-446E-A771-020B5580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96CC4-5338-47A3-AA2A-3F8D02F5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BDB67-352C-4E68-966B-A623C387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2705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stage_lifecycle_table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3B95F-2A81-4655-AFE2-7C5BF1E4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8ED8E-477C-4473-8806-9004CB7D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6707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4B49E-B838-4706-A61D-B709EF2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DDE3F-5CD7-4CCD-843D-193BF4EA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67075"/>
            <a:ext cx="6038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Chronological events from initialization through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CC1E7-46A7-40AD-8565-2110BF78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4C052-D776-4FA0-971C-61246013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DA6490-A091-4AA4-A031-9A3C8F9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2705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runtime_alignment_analysis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ED68EC-58EC-4E4C-A9E3-4450ADFC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50CFC-095D-4061-92FC-EF72CEC8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952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md / 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43C30-F4BC-46A5-99B9-125AE61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957C1-3E46-4606-9DE8-CB4D112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9525"/>
            <a:ext cx="6038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Decision-vs-runtime agreement table and worker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3CC086-66E6-4524-8569-AF9F1E5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F5E386-FB5D-4336-9AC8-7A354EB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BD1618-7E80-4911-8CB6-E503552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2705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final_summary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4FF303-8EF7-46BB-83B9-2F42B53D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E2C776-1ED4-4FB6-BA53-8CFE4C6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7197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69D46-7E65-4FFE-B631-69C8754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CAB25B-0096-4F50-BCC7-32FFF383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71975"/>
            <a:ext cx="6038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Actual model response text and truncation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8D0EA9-563E-48CF-BA0E-E94377CD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7C94BF-295E-4140-BF85-5C354ED9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A684E9-158E-4729-94CB-DF58BA1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2705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others/runtime_events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16BA49-431F-44A9-8B9B-F30E2AE5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32A086-78B8-4D03-925B-6C4B801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24425"/>
            <a:ext cx="1562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json / jsonl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6DCB6D-0E3F-495D-9C78-1AAA0BD1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97410E-8095-40E9-957D-B69DF6F3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24425"/>
            <a:ext cx="6038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Frontend and worker observations converted into runtime events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F928A9-07EB-4D71-9B1B-E012E42A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BE8881-50A3-4C45-95AC-64975F1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95F19B-7FFC-4B4A-B6BF-45062BE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7E240F-B553-4B1D-AF15-A8E0231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241824-6581-40C2-8D41-4A883AA7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2593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C58209-0332-478B-A890-A9D15A7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1342A-1688-46CD-A478-5DB06831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A4944-C2C4-421D-98C6-34F1B8BD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APPENDIX: PROMPT EVOLUTION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2AC57-07C0-4160-8E9F-D9CB05F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stage table shows exactly what changed at each prompt/request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EBECA-8C2E-468A-9E45-77B0C2E3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8388B-429D-4E80-8D9B-46B11D15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228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8AD89-2F52-4626-861A-878202CE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240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43A6B-52D2-46CE-AFFB-08055C1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7BB9D-7650-4B9E-94B4-2F45216E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240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055B0-6BE6-485D-810D-8352A224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461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F91CF-11A0-43B4-80D9-F1B5F25D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A8A67-2647-4E56-B6AC-D75F7D5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42A3E-07ED-4FD4-831C-B1A7D088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A7207-2E5B-40B9-B38F-3128570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2228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task_input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7DD63-34B5-48E9-8472-00C2D7F4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58DF2-9BB4-4D03-B1D3-CC7085EF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agentbench_runner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89BBE-BF30-43C6-9A9D-43F04CF7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03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21CAD-A750-451D-A4D6-BC3D1BB1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66975"/>
            <a:ext cx="461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payload established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58320-F5C6-4485-91A4-69E3FC8E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003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E7361-C5D6-4329-AFE5-167E6F3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669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1,330 chars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2B70C-6222-4AC6-91BF-CBD8E1F8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3D0D5-CCC7-4F5E-AB59-1A6D19A1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ADCE5-7516-4663-88B3-76010085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2228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formatted_prompt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71CE3-8A1F-4E15-AFAE-98862028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31DA4-3CA2-4F76-8510-EDF44D4A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4322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prompt_builder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89E8E-AB60-40ED-94C4-2554507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765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AC8AB-E4CA-470B-B577-9727667A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43225"/>
            <a:ext cx="461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fields merged into one runnable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65189-555C-4DB0-A385-B52F3CC3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0E11C-2C80-443A-89E8-105F12FD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4322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6,906 chars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E381BA-DB39-4EC1-81E0-BE9161C1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005BE9-9093-4725-806F-0A1092C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26EED-4C80-42F2-9084-EB218DEC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2228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final_model_request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A8DE7-2176-4435-9CCD-E38F2EC2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528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BF273C-1B2B-4E22-ABA7-13B207D5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194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request_dispatch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084AE-ECF8-48B1-9911-CDE1F0F3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528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855C47-2A89-4777-B0F6-793AF7CA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461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wrapped in request envelope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21B1CA-F95A-4A44-820F-8CB828A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28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3ACE0B-632E-436C-B343-8FDE5163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194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6,906 chars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C10597-47D2-4410-B326-B0DA2C8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95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939FA0-E354-4BF0-A5F2-38143F87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53AD2B-799E-4E2F-A0BA-93612615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2228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system_context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7128DC-9A14-4E0D-9341-7927A6DF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C07315-F017-4745-BEA1-894CAAB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9572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deepagents_app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2E8BB8-C618-492E-BD13-E85BDB0A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A4C158-C785-44C2-8DBD-39961E40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95725"/>
            <a:ext cx="461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System/app layer recorded; chars measured as 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18305A-06F9-4EA6-AD0C-50C70A9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78F2BA-AE50-4BB9-97FB-09F0714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9572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 system chars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F3913C-0395-459D-9D76-D4B29F90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FB7969-5BD5-4103-9B7F-DC86CF1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D8BA41-0464-4995-AF9B-F3CF775C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2228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tool_runtime_context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789DDB-276C-42C6-92E9-02FDBAF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053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C6CD99-7B66-4AF0-8676-FC7138A6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719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frontend_dynamo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C6BCDB-BF62-4B45-BC58-CEC4E099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333377-6780-4E12-8628-46206CA3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71975"/>
            <a:ext cx="461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token/cache context attached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0B5F62-7A8F-4487-BA08-A308148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053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EDDA93-C5B5-4CC1-B058-FDD90192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719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12,553 tokens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4E203A-307E-4EE6-A829-5D724209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294860-F9FC-4734-9A6C-0B58CE34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2E530D-7478-4A21-B6EC-B519384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2228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runtime_preprocessing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176458-DAE0-42BA-8F1C-082D546F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815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3D121D-DB59-4239-A83F-2346AC5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4822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frontend_dynamo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6E71C2-985E-4C9D-9EE8-87F5D21A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83F3AE-700F-44EE-A91E-55306988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48225"/>
            <a:ext cx="461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 observed and cached input counted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874BFF-805B-45ED-957E-C95F442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815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CA5ED8-763C-4BD6-BCD5-43E55EB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4822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12,544 cached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C9846C-01CB-4A3B-954C-3556C015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4D8FDB-B99E-4588-A994-AB8925D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1D8D28-B61A-45AF-B123-9F7BDE63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2228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model_behavior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CEAE76-ECEB-44E3-89D2-66752FDF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578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4A4FFE-F324-410F-A237-5742A19E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244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deepagents_app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76FE5B-4B5B-419A-9829-6F667FB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578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046252-391E-459C-BBEA-A72667C6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24475"/>
            <a:ext cx="461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transcript and outcome captured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464752-752C-4C4F-85AC-91DF5884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578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8757DB1-8E94-4AA8-A440-6096C51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24475"/>
            <a:ext cx="1847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workspace change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227562-87A7-4085-A9DE-99669612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245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B8A71B-10F2-4936-BEE1-C392BDB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FE1024-78C5-4D57-9869-BF0232C0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B32EEB-CD16-47F5-880F-3A16F5C8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FDEA9A-7B22-4848-AF67-F2E9D38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144876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3F8F91-C027-4172-9A46-7BF25775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1671A-3560-4012-98AF-02BF87F9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4D5CE-889D-48BD-8ACB-E3E37CF0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APPENDIX: LIFECYCLE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7E2D1-7184-45D7-B62A-2143AC89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lifecycle table records the chronology from setup through artifact generation.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3080D-EEC4-42D5-9309-A1CDFAF4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05F92-5596-4F24-9086-96F1213E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D510C-7B61-4912-AD77-BA1CD4A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BE5A0-6C9B-467B-9978-7CC60FF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3835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F746C-5856-447B-840D-9A92F0CA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FF831-6077-4D64-B6B1-85D46CC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77E11-7B04-4EA5-994E-5E62E47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2A0BA-4F4A-4BD4-B371-8F6BB559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546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53C2B-9396-4408-88C1-997D9780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9667B-83F8-40F5-927C-B9768F5B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51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8C669-4729-4368-B92C-203ECDE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4CA98-4425-4D7D-9431-936C9BC9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2800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run_initialized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0F53D-48AA-4311-A784-046E0879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C2A4E-E3E8-4207-A4A5-1E3586FA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86025"/>
            <a:ext cx="165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agentbench_runner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AA555-76D1-4185-B650-89C1848E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6D4AE-8781-41A5-8FC0-335586DB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546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directory, ids, execution context initialized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74D25A-07B2-4289-ADFF-325476CF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670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8A381-898D-43AF-B886-1F93D8FD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F3BBA-E522-4789-A8C8-AF51448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51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6F7E2-F16A-4B2F-8329-C64C5F9C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6899B-5C39-4F9E-9132-AD1C5EF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43225"/>
            <a:ext cx="2800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task_prompt_built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0ABD7-F171-4145-A1A3-E978770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65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94AFD-B657-47CB-A40A-E50C171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43225"/>
            <a:ext cx="165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prompt_builder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2CE32-EBB5-4F2D-B95E-2B558EBE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F43877-BFF2-44C4-B6A4-8BC4E4E4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43225"/>
            <a:ext cx="546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Canonical task prompt constructed from payload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211DB7-EB29-4C93-BAF5-AB4B214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242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9E8A7-8E4F-440C-A038-35513E4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D7D188-3559-4FC5-8803-3000F0B7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51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8DE49-27FA-4BE6-AED1-8D515DF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6739AA-41C2-4230-A899-186DB0C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2800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baseline_agent_request_dispatched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0D784F-492D-4851-84D0-A5CDCEA9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33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BC63A-325C-4C89-926A-5E21BFFB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00425"/>
            <a:ext cx="165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request_dispatch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29B899-2AA0-44A5-BE69-91A2763E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337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977D3B-90C9-4F80-8309-F7E14FE0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546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Baseline Deep Agents request sent to Dynamo frontend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9488B3-BD71-46A7-A90E-74B61D3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71B81B-5A81-4682-AA7A-834CA4A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043863-18BD-4016-BA7E-81102DC2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51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90043B-4179-43F9-AE80-7745F653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C72D3F-BF74-47A2-BAAB-64861F98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2800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frontend_dynamo_runtime_observed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149E5F-808B-4F3F-82DF-D65BC41A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90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C177C4-B1C5-46E4-BD20-B7D4AB8D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165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frontend_dynamo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79F08D-EFFC-4E02-BA2B-C9E82B8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909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A34C65-0578-4FAD-97DD-FF3295B4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546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Frontend-side runtime observation aligned to request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079117-2F79-4B91-8965-25FC0BC7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E9C56E-2716-44FF-8863-81AE5B36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3D2139-D94B-4553-8A01-6E9603D4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51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B3F4E0-973B-42B3-8016-63D0F086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AB672A-43AC-4E6C-9C3A-F8C8AD0E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14825"/>
            <a:ext cx="2800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sglang_worker_prefill_observed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1C8E03-2AD4-440C-A27F-F5DF492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B7D023-2633-4BBD-9671-DEF89C2A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14825"/>
            <a:ext cx="165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sglang_worker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B43F5F-B740-4072-B864-1A3D2AE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481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1D241C-D685-43F2-B3E5-13B435CE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14825"/>
            <a:ext cx="546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Worker emitted prefill-batch observation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BC4D8B-3E6B-4EAA-8710-F885BE68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27AEB2-19CF-403F-BFFD-2319B9B5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CA391C-9D53-4A0E-9FC2-356C2832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51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DB6C56-769A-4EC6-8F4D-202BFDCD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B08E2D-C932-41FA-8ECB-DD4B0FE1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2800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baseline_agent_response_received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FE88C7-3CA8-4656-8070-CAE8EBE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05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D521DB-3ECF-478E-B326-0F20EF6E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72025"/>
            <a:ext cx="165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deepagents_app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54F2CD-EB79-4C43-9B0A-1CEBEB9F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053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F33D38-2DBC-473B-BE5E-7211AB97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72025"/>
            <a:ext cx="546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 response received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B6C255-EB33-4D39-8D62-35431F4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530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504050-E6A0-4CB9-8057-591B6852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C72DB7-B94A-4B9E-A3F8-9EBC83DE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29225"/>
            <a:ext cx="51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38-40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D4D9F5-C2F9-43B6-A833-1441631A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625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92F61D-8A41-4B83-A563-319A0B17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29225"/>
            <a:ext cx="2800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79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prompt_evolution_report written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9C62205-174A-415C-BD74-1704048C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625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54F5E6-2C3B-4FF3-AAB1-00DE461C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29225"/>
            <a:ext cx="165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artifact_writer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D2784F-7C76-4074-BA9D-BDDF54BD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625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FB4B2C-5063-49E1-BC21-60402EFD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29225"/>
            <a:ext cx="5467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JSON, Markdown, and CSV prompt evolution artifacts written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1F51D9-0C45-4634-9B94-5ACADA40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02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FCBF0CB-8FB6-4FC2-8FEC-CD97D742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DD815E8-3088-4CCC-960A-88A9E027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FC915E-9B98-4426-9C9C-0EE69C0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526618-4A4F-4269-9046-59980B38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5695071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59730-1140-4A53-9B11-2C3D22E4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47643-B9DD-4F0D-8044-C706138D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1FD10-EA6A-4F14-92BC-404DE2F8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APPENDIX: RUNTIME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BDD68-517E-4F37-83B1-705CCA48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Alignment rows connect agent-side decisions to runtime-side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33982-564C-4195-B37C-6ABC0769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E379D-7ABD-4583-B859-382E52B3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1A468-AC26-4657-92E9-165884A1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955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39908-294F-4F5F-AF25-BF07E9FB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71700"/>
            <a:ext cx="461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F2353-1682-4952-ACA7-1526DC38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FFA6F-E1DB-483C-8726-A2E5D89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1276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Judgment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344C7-8851-4E44-84B2-5CF55589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79D6B-5080-4C70-95CD-06EAC73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Timing/context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97D0E-1CF9-40FB-B53D-18568FF3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C9196-E198-4793-A156-7679545E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38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request_dispatch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B5435-C108-456E-B425-F1AA69E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A4984-C738-4663-9058-6CCEA07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4610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Frontend observed request; routed to 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69280-3C0B-4FA0-B0C3-982AAA27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4ABAE-506A-498F-B08C-9910D58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agreed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56AF9-6471-4B36-8BE5-2A2E982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4A79B-D193-470F-B547-88B198C9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1462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141.928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C45DF-EB9F-4CA3-A6B9-98A2925D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877D4-1B55-4C12-BE67-CF1E62DB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92BEC-6AE4-460B-990D-4C4EE2B0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2038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tool_availability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50D5E-046E-47F9-9960-AA3FA18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004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67649-315B-461B-8C15-07F6E21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67075"/>
            <a:ext cx="4610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 hermes reported; tool path available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748F0-48AA-417C-83B0-21E7817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CAE99-7175-48B3-9A72-849B88F9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agreed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32849-CFB1-45EE-8876-F7CB40A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78835-89D3-4F25-A8FF-25D1BD3B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6707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 tool calls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CF16B4-ED93-40FB-A8E4-1FEBB755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3B7C1-0596-4AEA-9886-B47AB3C1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6561ED-93C0-4498-A3B7-223FA97A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2038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tool_use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2837D3-807F-440C-8B05-347F620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528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7D2943-F489-45A2-8FAC-BB45FFA0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9525"/>
            <a:ext cx="4610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returned ls and read_file results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E7E719-3035-4CAD-A81B-D2CD4C9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52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6709B4-9149-476F-93F4-5C0C8D58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9525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agreed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1883A-88E6-49CA-AC3D-84BA4664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528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E9CD51-EF38-469A-99C3-190DE912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952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ls, read_file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D33214-2FA2-435B-87F4-89947148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FEBBBF-0707-4EF7-A8EE-5A5A7E10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3148B9-2143-4C82-8B81-15130C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2038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runtime_execution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82B3B3-62E3-419C-9BF1-D1949AF4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05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0EAC43-24DF-41BC-94E9-92545B34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71975"/>
            <a:ext cx="4610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Worker prefill/decode seen; cached=8,448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C32378-7D9F-499C-9ABA-9220950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05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53C2A5-A592-4E14-8C52-4002572F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71975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agreed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B54E19-DF17-418B-8AB9-FFAF3293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053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E4C0C9-A1E3-4264-B3B0-B2D0320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7197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5,334.126 ms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EDC063-A282-459E-81BC-B7ADED4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482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BF25D9-F5EA-4932-9918-DA8E2FAD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4B9639-238A-44F1-9161-839C8B7D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2038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stop_behavior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F88AFA-197F-4510-9BDC-C0FD7465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577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CCBDCC-A111-4BAB-A393-7A34E0F0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24425"/>
            <a:ext cx="4610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finish_reason=length; response preview captured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7CDAA-741D-4B9B-B125-DD0F496E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57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989FEE-7F13-438D-8CF3-35B0FAEC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agreed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D17511-FF84-4D24-A96F-E98B526C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57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E2BA65-0A18-4EEF-82EB-FEF5988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24425"/>
            <a:ext cx="25146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81.001 sec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74A858-5340-4483-A690-053686B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006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EB0513-7196-4720-8B62-BA8C12E5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C62A8A-A903-44A0-AE29-F98735E1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ADF355-82C4-4F26-95BC-EA017794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44ADB9-D45B-42F0-89F8-E8F90E6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2161445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0C5B7A-96E7-421C-B905-5D488D0B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60538-AB67-45B7-A297-B620DB54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A8B06-9432-4F98-AE2A-890FE448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APPENDIX: JSON SHAPES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52BDF-F0A1-4B99-9E70-FC4D761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JSON before/after columns show object-shape evolution without dumping full payloads.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0F966-2CDC-48F7-BFC8-930FF32C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293C3-D470-4CBB-AE14-DE63F3E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94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31AA0-081F-41CE-A31F-51F6F5D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2452A-E364-4901-8742-E6E0C8DA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71700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B28FD-8A78-40ED-BC53-0FEBEDD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58316-099F-4806-A6A1-CC7E31D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4612E-61D5-4029-9A40-F30F02C5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697BB-D6D0-4D24-9150-B226423C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943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task_input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81709-5341-461E-A129-07CDA8E0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384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AE3BB-CCFD-457D-82E2-A6E79D49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0512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98222-55C4-44ED-856A-5EF6A3C1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EBF3E-332D-43DF-9721-9E034E80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4800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{ repo, base_commit, problem_statement, requirements, selected_tests, workspace_path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54B34-457F-4E3D-A17D-89D7F74A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24812-8E67-4EBF-A7C4-7CF932D3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B60BF-7B65-4363-94DE-A0BCBD1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1943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final_model_request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152F2-83CD-4849-8915-C690F06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814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CEC0E-A57F-43AD-A660-4AD61150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4807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{ prompt 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34671-5361-49A2-8393-663BC04B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B7950-E6B4-4A39-8DF7-77DEF7E2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48075"/>
            <a:ext cx="4800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{ model, messages[], request_context, agent_hints, tool_choice 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6A2C9-21F5-4427-8BDD-99F0678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99240-D490-4E3F-9D3B-0DDE6299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66AE4-7C0C-46BB-8DFF-0EDCF354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1943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model_behavior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FEE50-9DA4-441A-A7C4-4C0710AD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243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40FB2-8520-44E4-894D-5F8132B5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91025"/>
            <a:ext cx="3276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{ runtime-prepared request fields 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C747B-3CEC-4CF1-944E-6107C02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DB8EF-ED75-449B-A7AA-23DACAEC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91025"/>
            <a:ext cx="4800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EE9"/>
                </a:solidFill>
                <a:latin typeface="Aptos Mono"/>
                <a:ea typeface="Aptos Mono"/>
                <a:cs typeface="Aptos Mono"/>
              </a:rPr>
              <a:t>{ messages[], observed_tool_call_names[], finish_reason, response_text, workspace_changed 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D3F9A4-FA8C-4FB0-95F2-AC96BF0F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4AD83-2ED3-41CE-AD85-AA19C4C6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E7550-932F-4CF4-BBD8-79F57927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7CDE4F-8CB8-4017-A4D2-93DE6757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7429EA-F627-4328-ABD6-FF969630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724210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92FD7-64A1-4DD4-860B-5F843B59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7FAA1-6233-4883-9211-E4238FC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72F04-102C-4A53-9874-8A2E127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APPENDIX: FINAL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BC370-C213-4FEF-82D4-5B651D4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final response proves the model generated guidance rather than code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2EDF4-BDBB-4806-946B-21059E79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04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FF365-756C-4C3F-BE5C-EEEBC3AD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Final response excerpt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E4C85-4A5F-46F6-B2D4-D77E04B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628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The `email.js` file contains the necessary functions for handling email validation and confirmation. Let's break down the required changes: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1. Implement `getEmailForValidation`...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2. Update `loadUserInfo`...</a:t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3. Implement `mget` method...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Let's update the file...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7B300-A9B1-4CF2-B048-C76E202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0480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993F2-62CB-4D45-8E2D-F1025A9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24DEF-F084-4E01-BED9-9BD959FD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7D801-7137-42C2-A4FE-8721B010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6479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tools_used=ls, read_file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finish_reason=length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workspace_changed=False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git diff stat nonempty=False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13940-F4F7-4C4D-8AA5-97BE6E9E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2816A-B160-4E48-828C-4857A3EF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6CA90-C364-4508-8244-DC83B32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6D289-9C99-430C-924B-45DAFD50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4910209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CAAB0-2FC9-41A0-961E-2BFCF948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589E4-E8D1-4EBA-8F47-AA93CC2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881E2-CB58-441F-AFB1-6CBB8929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APPENDIX: GLOSSARY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86311-A5ED-4C00-A347-399E01AA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62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Shared definitions keep the executive narrative and technical appendix 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631D3-0D9E-4B46-80C3-511343FD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4E064-E244-4A35-A607-11D98037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324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41002-34B8-4B92-941D-293CF814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8096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83E64-5DB5-496B-B301-84E90D61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52650"/>
            <a:ext cx="794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DA5E2-64A7-4E5F-88CD-B9BBE430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4291F-675F-47D2-8454-16C704D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agentbench_runner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82402-A901-4D38-8F93-D8A06E4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0325"/>
            <a:ext cx="8096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1B573-CE78-448F-9250-54CEBF6F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794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benchmark wrapper: loads task, prepares workspace, invokes app, collects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8C7CF-7097-4DD4-B7AE-CC39FA6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F5436-25A6-4EEE-B51E-8ADB223B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73C0A-1659-4740-B6AB-D072E714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prompt_builder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C136D-1A0C-46E0-99AB-CDADFCE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8096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5BDA8-0B44-4575-97A0-38416CCD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90875"/>
            <a:ext cx="794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prompt-formatting component label: turns SWE-bench fields into the runnable 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309DE-693F-4B30-80B7-BD37350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714F0-324E-44A2-B210-995F00EA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5C237-3D98-428A-9A87-9A7A5165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Deep 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B9DE0-626A-49CC-AB21-6D33CB4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48075"/>
            <a:ext cx="8096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777D9-6779-4EDE-9C58-975279DA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794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Upstream agent runtime used for agent execution and tool-capable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BD2AF-D594-439E-BA0F-2417892C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582B3-67D3-40EE-8E0B-689E74F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61A5E-AC84-4ADB-97EC-3908D49B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Dynamo frontend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01BD17-848D-4E8B-8355-32C94CB9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8096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97907-1EE2-43DE-AE5D-28DDF353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794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OpenAI-compatible frontend that observes parser/tool/runtime request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0DCB9-82F4-41CE-A375-AC46B849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50F6B-08B3-4A39-819C-A3A06063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32BB9-20B0-456C-BD59-CD6271C3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SGLang worker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3CE0A-DBBA-4F27-BFDB-72785F08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95825"/>
            <a:ext cx="8096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57207A-B292-4026-92B9-3C04CD8D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794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Worker runtime that emits prefill/decode and cache/recompute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52659F-8332-4052-BFE4-5480948F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62A1E7-5B30-4AB5-BA89-C78AE33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D2E7A7-B337-4E5B-A17A-0E13A682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3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Runtime alignment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3D889E-FE78-412A-AF80-AD7BEFD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8096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C6844C-7CF2-480F-ADB9-0F9F8EF4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794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Comparison of agent-side decisions with frontend and worker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E3A217-A50A-4A21-9C0C-157FF121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1E2F65-EA1B-45ED-8FC2-8E804059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7E9D17-526C-44CD-97FD-BEF61FB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FBC926-E98F-4A19-979A-9C517B1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prompt_evolution_report, stage_lifecycle_table, runtime_alignment_analysis, final_summary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5B7A75-F6EF-495C-90E0-DBAED31C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68961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2026-05-18T15:46:38.4810000Z</dcterms:created>
  <dcterms:modified xsi:type="dcterms:W3CDTF">2026-05-18T15:46:38.4810000Z</dcterms:modified>
</coreProperties>
</file>
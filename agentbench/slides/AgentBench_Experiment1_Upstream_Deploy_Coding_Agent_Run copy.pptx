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AgentBench Experiment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Upstream Deploy-Coding-Agent Variant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11827"/>
                </a:solidFill>
              </a:rPr>
              <a:t>Best one-line summary: complex tasks from sources like SWE-bench Pro are broken into several steps by the Deep Agents app before the resulting planning, execution, and synthesis requests are sent through the local Dynamo frontend.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Scope: only Experiment 1, using the upstream deploy-coding-agent variant as the core testbed.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Evidence source: real run sample__stronger_behavior__001_20260506_155649.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This deck mixes architecture, checkpoint evidence, and interpretation.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Setup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All components used in the upstream variant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645920" cy="77724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11827"/>
                </a:solidFill>
              </a:rPr>
              <a:t>Task source
sample JSON or SWE-bench Pro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417320"/>
            <a:ext cx="1554480" cy="777240"/>
          </a:xfrm>
          <a:prstGeom prst="round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11827"/>
                </a:solidFill>
              </a:rPr>
              <a:t>AgentBench runner
single-host wrapper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17320"/>
            <a:ext cx="1645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11827"/>
                </a:solidFill>
              </a:rPr>
              <a:t>Deep Agents app
active harness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1828800" cy="777240"/>
          </a:xfrm>
          <a:prstGeom prst="roundRect">
            <a:avLst/>
          </a:prstGeom>
          <a:solidFill>
            <a:srgbClr val="FFE4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11827"/>
                </a:solidFill>
              </a:rPr>
              <a:t>Upstream deploy-coding-agent
instructions + skills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17320"/>
            <a:ext cx="1463040" cy="77724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11827"/>
                </a:solidFill>
              </a:rPr>
              <a:t>Dynamo frontend
localhost:8000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417320"/>
            <a:ext cx="1554480" cy="777240"/>
          </a:xfrm>
          <a:prstGeom prst="round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11827"/>
                </a:solidFill>
              </a:rPr>
              <a:t>Local SGLang
worker</a:t>
            </a:r>
          </a:p>
        </p:txBody>
      </p:sp>
      <p:sp>
        <p:nvSpPr>
          <p:cNvPr id="10" name="Chevron 9"/>
          <p:cNvSpPr/>
          <p:nvPr/>
        </p:nvSpPr>
        <p:spPr>
          <a:xfrm>
            <a:off x="2240280" y="1600200"/>
            <a:ext cx="457200" cy="411480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4069080" y="1600200"/>
            <a:ext cx="457200" cy="411480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5989320" y="1600200"/>
            <a:ext cx="457200" cy="411480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8092440" y="1600200"/>
            <a:ext cx="457200" cy="411480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829800" y="1600200"/>
            <a:ext cx="457200" cy="411480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292608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11827"/>
                </a:solidFill>
              </a:rPr>
              <a:t>Checkpoint logging
1 / 3 / 4 / 5 to stdout + checkpoints.json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92608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11827"/>
                </a:solidFill>
              </a:rPr>
              <a:t>Saved artifacts
result.json / plan.json / step_results.json / final_summary.txt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26080"/>
            <a:ext cx="3474720" cy="914400"/>
          </a:xfrm>
          <a:prstGeom prst="roundRect">
            <a:avLst/>
          </a:prstGeom>
          <a:solidFill>
            <a:srgbClr val="FEF3C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11827"/>
                </a:solidFill>
              </a:rPr>
              <a:t>Runtime note
this run still resolved deepagents from python_environment, not the cloned repo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The app variant is upstream_deploy_coding_agent.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The stronger-behavior helper used an easier sample task and a 4-step budget.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Processing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How one experiment run moves through the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1. AgentBench loads one task from a local sample JSON or SWE-bench Pro.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2. Checkpoint 1 logs the normalized task before Deep Agents planning starts.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3. The Deep Agents app sends a planning prompt to Dynamo and logs Checkpoint 3.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4. The resulting plan becomes one or more step execution requests and each is logged at Checkpoint 4.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5. After the step results come back, the app sends one final synthesis request and logs Checkpoint 5.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6. AgentBench saves result.json, checkpoints.json, plan.json, step_results.json, and final_summary.txt.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Experiment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Main ways to run the upstream deploy-coding-agent 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972800" cy="420624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>
                <a:solidFill>
                  <a:srgbClr val="FFFFFF"/>
                </a:solidFill>
                <a:latin typeface="Courier New"/>
              </a:rPr>
              <a:t>Sample task
bash agentbench/run_upstream_deploy_coding_agent_single_host.sh
SWE-bench Pro input
bash agentbench/run_upstream_deploy_coding_agent_single_host.sh \
  --dataset ScaleAI/SWE-bench_Pro \
  --split test \
  --index 0
Stronger-behavior sample run used in this deck
bash agentbench/run_upstream_deploy_coding_agent_stronger_behavior_single_host.sh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This deck uses the stronger-behavior run so the checkpoint slides are filled with real outputs.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Checkpoint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Ordered observability points in the upstream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2860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11827"/>
                </a:solidFill>
              </a:rPr>
              <a:t>1
Task loaded before
Deep Agents harness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417320"/>
            <a:ext cx="2286000" cy="731520"/>
          </a:xfrm>
          <a:prstGeom prst="roundRect">
            <a:avLst/>
          </a:prstGeom>
          <a:solidFill>
            <a:srgbClr val="D1FAE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11827"/>
                </a:solidFill>
              </a:rPr>
              <a:t>3
Planning request leaving
Deep Agents harness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417320"/>
            <a:ext cx="2286000" cy="731520"/>
          </a:xfrm>
          <a:prstGeom prst="roundRect">
            <a:avLst/>
          </a:prstGeom>
          <a:solidFill>
            <a:srgbClr val="FEF3C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11827"/>
                </a:solidFill>
              </a:rPr>
              <a:t>4
Step execution request
leaving harness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17320"/>
            <a:ext cx="2286000" cy="731520"/>
          </a:xfrm>
          <a:prstGeom prst="roundRect">
            <a:avLst/>
          </a:prstGeom>
          <a:solidFill>
            <a:srgbClr val="FFE4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11827"/>
                </a:solidFill>
              </a:rPr>
              <a:t>5
Final synthesis request
leaving harness</a:t>
            </a:r>
          </a:p>
        </p:txBody>
      </p:sp>
      <p:sp>
        <p:nvSpPr>
          <p:cNvPr id="8" name="Chevron 7"/>
          <p:cNvSpPr/>
          <p:nvPr/>
        </p:nvSpPr>
        <p:spPr>
          <a:xfrm>
            <a:off x="2926080" y="1600200"/>
            <a:ext cx="457200" cy="411480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5486400" y="1600200"/>
            <a:ext cx="457200" cy="411480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8046720" y="1600200"/>
            <a:ext cx="457200" cy="411480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Checkpoint 1 answers: what complex task entered the harness?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Checkpoint 3 answers: what planning prompt and hints were sent to Dynamo?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Checkpoint 4 answers: what step-level requests left the harness after planning?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Checkpoint 5 answers: what final merge request was sent after step results were collected?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Observed Run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Actual run used to fill the checkpoint slides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6576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11827"/>
                </a:solidFill>
              </a:rPr>
              <a:t>Run ID
sample__stronger_behavior__001_20260506_155649
Task source
json:agentbench/sample_task_stronger.json
Instance ID
sample__stronger_behavior__001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371600"/>
            <a:ext cx="2834640" cy="2103120"/>
          </a:xfrm>
          <a:prstGeom prst="roundRect">
            <a:avLst/>
          </a:prstGeom>
          <a:solidFill>
            <a:srgbClr val="DBEAFE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11827"/>
                </a:solidFill>
              </a:rPr>
              <a:t>App variant
upstream_deploy_coding_agent
Model
Qwen/Qwen2.5-0.5B
Runtime source
python_environment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3474720" cy="2103120"/>
          </a:xfrm>
          <a:prstGeom prst="roundRect">
            <a:avLst/>
          </a:prstGeom>
          <a:solidFill>
            <a:srgbClr val="D1FAE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11827"/>
                </a:solidFill>
              </a:rPr>
              <a:t>Workspace
none provided
Plan step count
4
Checkpoint file
checkpoints.json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Problem statement: A Python CLI has a `--dry-run` flag. Users say the command still creates a temporary working directory during dry run. Identify the two most likely code areas to inspect first...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This run was chosen because it shows Checkpoints 1, 3, four separate Checkpoint 4 events, and Checkpoint 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Checkpoint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What entered the harness before planning started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03520" cy="4480560"/>
          </a:xfrm>
          <a:prstGeom prst="roundRect">
            <a:avLst/>
          </a:prstGeom>
          <a:solidFill>
            <a:srgbClr val="DBEAFE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600" b="1">
                <a:solidFill>
                  <a:srgbClr val="111827"/>
                </a:solidFill>
              </a:rPr>
              <a:t>Observed task payload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instance_id: sample__stronger_behavior__001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repo: example/repo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problem: A Python CLI has a `--dry-run` flag. Users say the command still creates a temporary working directory during dry run. Identify the two most likely code areas to inspect first and propose one safe high-level fix strategy.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requirements: Keep the answer short and structured. Do not claim code was edited or tests were run unless that actually happened.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interface: Assume a small Python CLI app with an argument parser, a dispatcher, and one helper that creates temporary directories.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selected tests: tests/test_cli_dry_run.py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600" b="1">
                <a:solidFill>
                  <a:srgbClr val="111827"/>
                </a:solidFill>
              </a:rPr>
              <a:t>Interpretation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The input task was clean and narrow.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This was not a repo-editing run because no workspace was attached.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The upstream app therefore had to reason from task text alone.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Checkpoint 1 confirms the complex task boundary is working as intended.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Checkpoint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Planning request leaving the Deep Agents harness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486400" cy="4480560"/>
          </a:xfrm>
          <a:prstGeom prst="roundRect">
            <a:avLst/>
          </a:prstGeom>
          <a:solidFill>
            <a:srgbClr val="D1FAE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600" b="1">
                <a:solidFill>
                  <a:srgbClr val="111827"/>
                </a:solidFill>
              </a:rPr>
              <a:t>What was sent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Phase: planning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Step budget: at most 4 steps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Task-specific steering was included.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Preferred step types: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- inspect argument parsing for --dry-run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- inspect dispatch / execution flow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- inspect temporary-directory helper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- propose safe fix strategy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Hints: agent_phase=planning, latency_sensitivity=0.4, expected_output_tokens=512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41732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600" b="1">
                <a:solidFill>
                  <a:srgbClr val="111827"/>
                </a:solidFill>
              </a:rPr>
              <a:t>What came back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Planning response preview: You are a helpful assistant.Jeste You are working on one SWE-bench Pro software engineering task. Task metadata: - instance_id: sample__stronger_behavior__001 - repo: example/repo Problem statement: A Python CLI has a...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The model echoed large parts of the prompt instead of returning clean task-specific JSON.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This is why the parsed plan still contains generic or copied-back steps.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Checkpoint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Step execution requests leaving the harness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486400" cy="4480560"/>
          </a:xfrm>
          <a:prstGeom prst="roundRect">
            <a:avLst/>
          </a:prstGeom>
          <a:solidFill>
            <a:srgbClr val="FEF3C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600" b="1">
                <a:solidFill>
                  <a:srgbClr val="111827"/>
                </a:solidFill>
              </a:rPr>
              <a:t>Observed step titles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1. A Python CLI has a `--dry-run` flag. Users say the command still creates a temporary working directory during dry run. Identify the two most likely code areas to inspect first and propose one safe high-level fix strategy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2. Identify what information would be needed to solve it well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3. Inspect the local repo if a workspace is available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4. inspect argument parsing for `--dry-run`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41732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600" b="1">
                <a:solidFill>
                  <a:srgbClr val="111827"/>
                </a:solidFill>
              </a:rPr>
              <a:t>Interpretation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Checkpoint 4 appeared 4 times because the harness executed four planned steps.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Most useful step: inspect argument parsing for `--dry-run`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Generic steps: 2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Richer trace does not automatically mean stronger reasoning because weak planning creates weak step prompts.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Checkpoint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Final synthesis request leaving the harness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486400" cy="4480560"/>
          </a:xfrm>
          <a:prstGeom prst="roundRect">
            <a:avLst/>
          </a:prstGeom>
          <a:solidFill>
            <a:srgbClr val="FFE4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600" b="1">
                <a:solidFill>
                  <a:srgbClr val="111827"/>
                </a:solidFill>
              </a:rPr>
              <a:t>Why this checkpoint matters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Checkpoint 5 is the merge step.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It gathers all step outputs and asks for one final combined answer.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Without it, the run only has disconnected intermediate step outputs.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Its quality depends heavily on the quality of Checkpoint 4 results.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41732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600" b="1">
                <a:solidFill>
                  <a:srgbClr val="111827"/>
                </a:solidFill>
              </a:rPr>
              <a:t>Observed synthesis result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Final summary preview: Assistant: Sure, let's break down the task into concrete steps and identify the most likely code areas to inspect first, then propose a safe high-level fix strategy. Here's a structured plan: ### Step 1: Identify the Most Likely Code Areas to Inspect First...</a:t>
            </a:r>
          </a:p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</a:defRPr>
            </a:pPr>
            <a:r>
              <a:t>The synthesis stayed on-topic, but it repeated 'inspect argument parsing' and 'inspect the working directory' instead of producing a sharper final answer.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What The Run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The setup is working, but the model is still the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The upstream deploy-coding-agent variant is wired correctly through the local Dynamo frontend.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Checkpointing is doing its job: you can now see the task boundary, the planning boundary, the per-step boundary, and the synthesis boundary.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The harness produced a richer trace with four step requests, which is useful for observation.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The planner still echoed the prompt and produced weak generic steps, so later phases inherited that weakness.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This is now a strong observability demo, but not yet a strong reasoning-quality demo.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Next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Smallest steps most likely to improve this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Add a plan-quality filter that rejects copied-back or generic steps and optionally regenerates once.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Keep Checkpoints 1 / 3 / 4 / 5 as the standard observability path for future runs.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Test the same experiment with a stronger model before adding more orchestration complexity.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Once step quality improves, repeat this deck format with a SWE-bench Pro input run as the next evidence-backed benchmark slide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
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AgentBench Experiment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Upstream Deploy-Coding-Agent Variant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11827"/>
                </a:solidFill>
              </a:rPr>
              <a:t>Best one-line summary: complex tasks from sources like SWE-bench Pro are broken into several steps by the Deep Agents app before the resulting planning, execution, and synthesis requests are sent through the local Dynamo frontend.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Scope: only Experiment 1, using the upstream deploy-coding-agent variant as the core testbed.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Evidence source: real run sample__stronger_behavior__001_20260506_155649.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This deck focuses on how the payload evolves across checkpoints 1, 3, 4, and 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Setup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All components used in the upstream variant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645920" cy="77724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Task source
sample JSON or SWE-bench Pro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417320"/>
            <a:ext cx="1554480" cy="777240"/>
          </a:xfrm>
          <a:prstGeom prst="round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AgentBench runner
single-host wrapper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17320"/>
            <a:ext cx="1645920" cy="77724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Deep Agents app
active harness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1828800" cy="777240"/>
          </a:xfrm>
          <a:prstGeom prst="roundRect">
            <a:avLst/>
          </a:prstGeom>
          <a:solidFill>
            <a:srgbClr val="FFE4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Upstream deploy-coding-agent
instructions +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417320"/>
            <a:ext cx="1463040" cy="77724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Dynamo frontend
localhost:8000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417320"/>
            <a:ext cx="1554480" cy="777240"/>
          </a:xfrm>
          <a:prstGeom prst="round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11827"/>
                </a:solidFill>
              </a:rPr>
              <a:t>Local SGLang
worker</a:t>
            </a:r>
          </a:p>
        </p:txBody>
      </p:sp>
      <p:sp>
        <p:nvSpPr>
          <p:cNvPr id="10" name="Chevron 9"/>
          <p:cNvSpPr/>
          <p:nvPr/>
        </p:nvSpPr>
        <p:spPr>
          <a:xfrm>
            <a:off x="224028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406908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598932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809244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82980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2926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Checkpoint logging
1 / 3 / 4 / 5 to stdout + checkpoints.json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2926080"/>
            <a:ext cx="2926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Saved artifacts
result.json / plan.json / step_results.json / final_summary.txt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926080"/>
            <a:ext cx="347472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11827"/>
                </a:solidFill>
              </a:rPr>
              <a:t>Runtime note
this run still resolved deepagents from python_environment, not the cloned repo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The app variant is upstream_deploy_coding_agent.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The stronger-behavior helper used an easier sample task and a 4-step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Processing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How one experiment run moves through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1. AgentBench loads one task from a local sample JSON or SWE-bench Pro.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2. Checkpoint 1 logs the normalized task before Deep Agents planning starts.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3. The Deep Agents app sends a planning prompt to Dynamo and logs Checkpoint 3.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4. The resulting plan becomes one or more step execution requests and each is logged at Checkpoint 4.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5. After the step results come back, the app sends one final synthesis request and logs Checkpoint 5.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6. AgentBench saves result.json, checkpoints.json, plan.json, step_results.json, and final_summary.txt.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How The Pieces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Single-GPU setup in plain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SWE-bench Pro is the task source. It provides one hard software-engineering task.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The AgentBench runner loads that task and starts one local run.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The Deep Agents app is the agent harness. It turns the task into planning, step-execution, and synthesis requests.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Those requests are sent to the local Dynamo frontend at http://127.0.0.1:8000/v1/chat/completions.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Dynamo forwards the requests to the single local SGLang worker, which runs the model and returns the responses.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AgentBench then saves the run artifacts such as result.json, plan.json, step_results.json, final_summary.txt, and checkpoints.json.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Why We Still Wrote 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Why the upstream Deep Agents repo was not enough by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The Deep Agents GitHub repo gives us the agent framework and example app patterns, but not this exact single-GPU benchmark pipeline.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Our scripts are the adapter layer that connects: SWE-bench task loading, local sample tasks, Deep Agents workflow, Dynamo frontend, SGLang, and saved run artifacts.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The upstream repo does not automatically provide our checkpoint logging, our results directory structure, or our exact AgentBench artifact files.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So the GitHub repo provides the engine and examples, while our scripts provide the local wrapper, experiment flow, and observability for this setup.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What Upstream Does Not Know By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verbatim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1. It does not know about your SWE-bench ingestion flow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Upstream Deep Agents does not automatically do: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load one task from ScaleAI/SWE-bench_Pro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or load your local sample 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or save run artifacts in your repo’s format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That part is specific to your benchmark harness.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2. It does not know about your local Dynamo endpoint setup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Your setup uses: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local Dynamo frontend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local SGLang worker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OpenAI-compatible local endpoint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nvext.agent_hints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That is not the default expected environment for the upstream examples.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What Upstream Does Not Know By Default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verbatim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3. It does not give you your checkpoint observability layer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You wanted explicit checkpoints: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1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3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4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5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with saved payloads in: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checkpoints.json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That is your experiment instrumentation, not generic upstream behavior.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4. It does not save the exact artifacts you want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You wanted things like: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result.json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plan.json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step_results.json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final_summary.txt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checkpoints.json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Again, that is benchmark/testbed wrapper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Setup Hooks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Exact wrapper and app-layer hook points for this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1. SWE-bench task ingestion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setup teaches the harness how to read ScaleAI/SWE-bench_Pro or local task files.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load_swebench_task(...)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main() calls load_swebench_task(...).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2. SWE-bench repo checkout adaptation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setup turns SWE-bench task metadata into a real GitHub repo workspace.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infer_swebench_repo_url(task)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infer_swebench_base_commit(task)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ensure_shared_repo_checkout(...)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prepare_workspace(...)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main() decides whether to auto-materialize a SWE-bench repo.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3. Hand-off from wrapper to Deep Agents app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workflow = run_task_workflow(...)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Setup Hooks Live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Exact wrapper and app-layer hook points for this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4. Deep Agents runtime source adaptation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app prefers the cloned GitHub Deep Agents code instead of only the installed package.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UPSTREAM_ROOT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CLONED_DEEPAGENTS_LIB_ROOT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prepends cloned Deep Agents path to sys.path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from deepagents import create_deep_agent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5. Dynamo frontend adaptation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app tells Deep Agents to talk to your local Dynamo endpoint.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frontend_base_url(...)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build_dynamo_chat_model(...)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the exact place where Deep Agents is adapted to your Dynamo frontend.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6. SGLang connection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There is no direct SGLang call inside agentbench/.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Inside agentbench, the SGLang hook is really: send everything to the Dynamo frontend URL.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Setup Hooks Live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Exact wrapper and app-layer hook points for this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7. Deep Agents harness creation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app builds the actual agent object.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build_coding_agent(...)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create_deep_agent(...)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8. Planning / step / synthesis adaptation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your wrapper-app defines the explicit multi-step workflow.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generate_decomposition_plan(...)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execute_plan_steps(...)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synthesize_final_summary(...)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run_task_workflow(...)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9. Checkpoint observability hooks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deepagents_swebench_single_host.py: checkpoint 1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agent.py: checkpoint 3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agent.py: checkpoint 4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agent.py: checkpoint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Setup Hooks Live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Exact wrapper and app-layer hook points for this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10. Saved artifacts hook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where the run outputs are written into your agentbench/results/... format.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save_result(...)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writes plan.json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writes step_results.json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writes final_summary.txt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captures workspace artifacts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builds final result.json payload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full adaptation chain is: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SWE-bench task load -&gt; repo/commit checkout -&gt; handoff to Deep Agents app -&gt; Deep Agents via cloned GitHub source -&gt; Dynamo frontend wiring -&gt; Deep Agents workflow -&gt; saved artifacts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What happens during one AgentBench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Use this concrete example task from AgentBench: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 Python CLI has a --dry-run flag. Users say the command still creates a temporary working directory during dry run.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And imagine you run: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cd ~/kv_cache_offloading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bash agentbench/run_upstream_deploy_coding_agent_single_host.sh --dataset ScaleAI/SWE-bench_Pro --split test --index 0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Here is what happens, stage by stage.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1 to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1. Task load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wrapper script agentbench/deepagents_swebench_single_host.py loads one task.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What it gets: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instance_id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repo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problem_statement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maybe base_commit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other SWE-bench fields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At this point it is just a Python dictionary.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Concrete example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might load: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repo = "owner/project"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base_commit = "abc123"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problem_statement = "...dry-run still creates temp directory..."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checkpoint 1.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2. Repo materialization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wrapper looks at the task metadata and turns it into a real repo workspace.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2 to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What it does: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converts owner/project into https://github.com/owner/project.git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keeps a shared checkout under agentbench/repos/owner__project/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checks out abc123 there if available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task is no longer just text.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Now it also has a real repo on disk.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3. Handoff into the Deep Agents app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wrapper then calls: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run_task_workflow(...)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 agentbench/deepagents_app/src/agent.py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the boundary between: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outer benchmark wrapper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inner agent app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4. Task prompt construction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Inside the app, the task dictionary is turned into one large task prompt.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4 to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That prompt includes things like: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task metadata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repo name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problem statement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workspace path if present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raw SWE-bench row becomes model-readable prompt text.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5. Planning stage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app creates a planning request.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What it asks: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break this task into steps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return 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keep it under a step limit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prefer task-specific steps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For the dry-run example, it tries to get steps like: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inspect argument parsing for --dry-run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inspect dispatch flow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inspect temp-dir helper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propose safe fix strategy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5 to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request is sent to: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local Dynamo frontend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checkpoint 3.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6. Dynamo frontend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app does not call SGLang directly.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Instead it builds a ChatOpenAI(...) client with: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local base_url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nvext.agent_hints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request goes to: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http://127.0.0.1:8000/v1/chat/completions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Dynamo receives the planning request and forwards it to the local SGLang worker.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7. SGLang worker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SGLang runs the actual model.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returns the planning response back through Dynamo to AgentBench.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Hints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hints come from your own AgentBench code, not from Dynamo and not from Deep Agents automatically.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Short answer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values come from three places: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1. default hints hardcoded in AgentBench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2. optional base hints passed in from the runner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3. per-phase overrides added by the app for planning, step execution, and synthesis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Where they start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 the runner: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DEFAULT_HINTS = {...}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That includes values like: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priority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reuse_likelihood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agent_phase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latency_sensitivity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program_id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context_type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expected_output_tokens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Hints Come From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CLI also exposes: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agentbench/deepagents_swebench_single_host.py: --hint-json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Then in main() it does: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base_hints = json.loads(args.hint_json)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that is the first source.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Where they are resolved in the app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 the app layer: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agentbench/deepagents_app/src/agent.py: DEFAULT_DYNAMO_HINTS = {...}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Then: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build_phase_hints(...) does: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1. start from DEFAULT_DYNAMO_HINTS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2. merge in base_hints from the runner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3. overwrite agent_phase with the current phase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app decides the final hint payload for each request.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Hints Come From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How it knows what values to use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Right now, it knows because you hardcoded the policy.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Example: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 should be a little less latency-sensitive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 should expect smaller output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 execution should expect more output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synthesis should expect more output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Those choices are written directly in the code.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planning_hints = build_phase_hints(base_hints, phase="planning")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planning_hints["latency_sensitivity"] = 0.4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planning_hints["expected_output_tokens"] = 512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 execution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step_hints = build_phase_hints(base_hints, phase=f"step_{idx}_execution")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step_hints["expected_output_tokens"] = 768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Where The Hints Come From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Added from the AgentBench setup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Synthesis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synthesis_hints = build_phase_hints(base_hints, phase="synthesis")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synthesis_hints["expected_output_tokens"] = 768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the answer is: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does not discover these values automatically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uses your chosen heuristic values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How the hints get attached to the request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That happens in: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extra_body = {"nvext": {"agent_hints": payload}}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and then in the ChatOpenAI(...) client.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So every model call to Dynamo carries: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nvext.agent_hints = &lt;resolved payload&gt;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One-line answer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hints are currently hand-authored heuristics in AgentBench, merged and adjusted per phase before being attached to each Dynamo request as nvext.agent_hints.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Hints In Very Simple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Direct answer to the SWE-bench dataset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Are the hints gotten from the SWE dataset?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No.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Very simple explanation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The SWE-bench dataset gives AgentBench the task.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AgentBench itself makes up the hints.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Those hints are small routing/serving instructions that AgentBench attaches before sending the request to Dynamo.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So: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SWE-bench gives the problem.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AgentBench gives the hints.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Dynamo receives the request plus those hints.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Shortest version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No, the hints are not coming from SWE-bench. They are defined in your AgentBench code.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7 to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If the model behaves well, AgentBench gets a clean JSON plan.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If not, AgentBench tries to recover a plan with its fallback parser.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8. Step execution stage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Now AgentBench loops over the plan steps.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For each step, it creates a new request like: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here is the original task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here is the approved plan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here is the current step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here are completed step summaries so far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Example step: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Inspect argument parsing for --dry-run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That step request again goes: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Deep Agents app -&gt; Dynamo -&gt; SGLang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Each of these is checkpoint 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Stages 8 to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If a repo workspace exists, the agent runs with that repo as its working directory.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9. Synthesis stage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After all steps finish, AgentBench creates one final synthesis prompt.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includes: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original task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the plan used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all step summaries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It asks for: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overall diagnosis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proposed fix strategy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files/code areas that matter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validation still needed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what changed in the workspace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final request again goes: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Deep Agents app -&gt; Dynamo -&gt; SGLang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This is checkpoint 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Final save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10. Saved artifacts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After the final response comes back, the wrapper saves everything under: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agentbench/results/&lt;run&gt;/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Typical files: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result.json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step_results.json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final_summary.txt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checkpoints.json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If a repo workspace was used, it may also save: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workspace.patch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git_status.txt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git_diff_stat.txt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End-to-end in one line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SWE-bench task row -&gt; wrapper loads task -&gt; wrapper materializes repo -&gt; app builds prompt -&gt; planning request -&gt; Dynamo -&gt; SGLang -&gt; step requests -&gt; Dynamo -&gt; SGLang -&gt; synthesis request -&gt; Dynamo -&gt; SGLang -&gt; artifacts saved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Concrete Walkthrough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Layer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What each layer is responsible for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Wrapper: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task loading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repo checkout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run directory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artifact saving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Deep Agents app: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prompt building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planning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step execution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synthesis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Dynamo hint wiring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Dynamo: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request entrypoint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forwards model calls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SGLang: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</a:defRPr>
            </a:pPr>
            <a:r>
              <a:t>actual model execution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Experiment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Main ways to run the upstream deploy-coding-agent 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972800" cy="420624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FFFFFF"/>
                </a:solidFill>
                <a:latin typeface="Courier New"/>
              </a:rPr>
              <a:t>Sample task
bash agentbench/run_upstream_deploy_coding_agent_single_host.sh
SWE-bench Pro input
bash agentbench/run_upstream_deploy_coding_agent_single_host.sh \
  --dataset ScaleAI/SWE-bench_Pro \
  --split test \
  --index 0
Stronger-behavior sample run used in this deck
bash agentbench/run_upstream_deploy_coding_agent_stronger_behavior_single_host.sh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This deck uses the stronger-behavior run so the checkpoint slides are filled with real outputs.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Ordered observability points in the upstream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286000" cy="731520"/>
          </a:xfrm>
          <a:prstGeom prst="roundRect">
            <a:avLst/>
          </a:prstGeom>
          <a:solidFill>
            <a:srgbClr val="DBEAFE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1
Task loaded before
Deep Agents harness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286000" cy="731520"/>
          </a:xfrm>
          <a:prstGeom prst="roundRect">
            <a:avLst/>
          </a:prstGeom>
          <a:solidFill>
            <a:srgbClr val="D1FAE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3
Planning request leaving
Deep Agents harness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17320"/>
            <a:ext cx="2286000" cy="731520"/>
          </a:xfrm>
          <a:prstGeom prst="roundRect">
            <a:avLst/>
          </a:prstGeom>
          <a:solidFill>
            <a:srgbClr val="FEF3C7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4
Step execution request
leaving harness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17320"/>
            <a:ext cx="2286000" cy="731520"/>
          </a:xfrm>
          <a:prstGeom prst="roundRect">
            <a:avLst/>
          </a:prstGeom>
          <a:solidFill>
            <a:srgbClr val="FFE4E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11827"/>
                </a:solidFill>
              </a:rPr>
              <a:t>5
Final synthesis request
leaving harness</a:t>
            </a:r>
          </a:p>
        </p:txBody>
      </p:sp>
      <p:sp>
        <p:nvSpPr>
          <p:cNvPr id="8" name="Chevron 7"/>
          <p:cNvSpPr/>
          <p:nvPr/>
        </p:nvSpPr>
        <p:spPr>
          <a:xfrm>
            <a:off x="292608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>
            <a:off x="548640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8046720" y="1600200"/>
            <a:ext cx="45720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1: measured at the point just before the loaded task enters the Deep Agents harness.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3: measured at the point where the planning stage is about to send its first request to the Dynamo frontend.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4: measured at the point where the execution stage is about to send one step-level request to the Dynamo frontend.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5: measured at the point where the synthesis stage is about to send the final combined request to the Dynamo frontend.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Observed Run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Actual run used to fill the checkpoint slides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6576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11827"/>
                </a:solidFill>
              </a:rPr>
              <a:t>Run ID
sample__stronger_behavior__001_20260506_155649
Task source
json:agentbench/sample_task_stronger.json
Instance ID
sample__stronger_behavior__001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71600"/>
            <a:ext cx="2834640" cy="2103120"/>
          </a:xfrm>
          <a:prstGeom prst="roundRect">
            <a:avLst/>
          </a:prstGeom>
          <a:solidFill>
            <a:srgbClr val="DBEAFE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11827"/>
                </a:solidFill>
              </a:rPr>
              <a:t>App variant
upstream_deploy_coding_agent
Model
Qwen/Qwen2.5-0.5B
Runtime source
python_environment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371600"/>
            <a:ext cx="3474720" cy="2103120"/>
          </a:xfrm>
          <a:prstGeom prst="roundRect">
            <a:avLst/>
          </a:prstGeom>
          <a:solidFill>
            <a:srgbClr val="D1FAE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11827"/>
                </a:solidFill>
              </a:rPr>
              <a:t>Workspace
none provided
Plan step count
4
Checkpoint file
checkpoints.json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Problem statement: A Python CLI has a `--dry-run` flag. Users say the command still creates a temporary working directory during dry run. Identify the two most likely code areas to inspect first...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This run was chosen because it shows Checkpoint 1, Checkpoint 3, four separate Checkpoint 4 events, and Checkpoint 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Task ingestion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Represents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loaded task just before it enters the Deep Agents harness.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What changed here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external task source was normalized into one task record.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No planning prompt exists yet.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No phase-specific hints are attached yet.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at this stage from checkpoints.json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200">
                <a:solidFill>
                  <a:srgbClr val="111827"/>
                </a:solidFill>
                <a:latin typeface="Courier New"/>
              </a:rPr>
              <a:t>{
  "check_point": "1. SWE-bench task loaded before Deep Agents harness",
  "task_index": 0,
  "task_source": "json:agentbench/sample_task_stronger.json",
  "app_variant": "upstream_deploy_coding_agent",
  "task": {
    "instance_id": "sample__stronger_behavior__001",
    "repo": "example/repo",
    "problem_statement": "A Python CLI has a `--dry-run` flag. Users say the command still creates a temporary working directory during dry run. Identify the two most likely code areas to inspect first and propose one safe high-le... [truncated]",
    "requirements": "Keep the answer short and structured. Do not claim code was edited or tests were run unless that actually happened.",
    "interface": "Assume a small Python CLI app with an argument parser, a dispatcher, and one helper that creates temporary directories.",
    "selected_test_files_to_run": "tests/test_cli_dry_run.py"
  }
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Planning request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Represents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first outbound planning request, just before it goes to the Dynamo frontend.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What changed here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task record became a planning request.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Planning-stage hints were attached.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request became frontend-bound.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at this stage from checkpoints.json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"3. Planning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"planning",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"planning",
    "latency_sensitivity": 0.4,
    "program_id": "agentbench.deepagents_app",
    "context_type": "software_engineering_long_horizon",
    "expected_output_tokens": 512
  },
  "step_limit": 4,
  "deepagents_runtime_source": "python_environment"
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Per-step execution request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Represents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One outbound request for one current step after a decomposition plan exists.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In this run, Checkpoint 4 appears 4 times, once per planned step.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next slides show all four saved step-level payloads from checkpoints.json.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What changed here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single planning output became multiple step-level requests.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Each request gained step_index and step_title.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hint phase changed from planning to step_n_execution.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1 of 4 from checkpoints.json: A Python CLI has a `--dry-run` flag. Users say the command still...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"4. Step execution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"step_1_execution",
  "app_variant": "upstream_deploy_coding_agent",
  "step_index": 1,
  "step_title": "A Python CLI has a `--dry-run` flag. Users say the command still creates a temporary working directory during dry run. Identify the two most lik... [truncated]",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"step_1_execution",
    "latency_sensitivity": 0.7,
    "program_id": "agentbench.deepagents_app",
    "context_type": "software_engineering_long_horizon",
    "expected_output_tokens": 768
  },
  "deepagents_runtime_source": "python_environment"
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2 of 4 from checkpoints.json: Identify what information would be needed to solve it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"4. Step execution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"step_2_execution",
  "app_variant": "upstream_deploy_coding_agent",
  "step_index": 2,
  "step_title": "Identify what information would be needed to solve it well",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"step_2_execution",
    "latency_sensitivity": 0.7,
    "program_id": "agentbench.deepagents_app",
    "context_type": "software_engineering_long_horizon",
    "expected_output_tokens": 768
  },
  "deepagents_runtime_source": "python_environment"
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3 of 4 from checkpoints.json: Inspect the local repo if a workspace is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"4. Step execution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"step_3_execution",
  "app_variant": "upstream_deploy_coding_agent",
  "step_index": 3,
  "step_title": "Inspect the local repo if a workspace is available",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"step_3_execution",
    "latency_sensitivity": 0.7,
    "program_id": "agentbench.deepagents_app",
    "context_type": "software_engineering_long_horizon",
    "expected_output_tokens": 768
  },
  "deepagents_runtime_source": "python_environment"
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4 of 4 from checkpoints.json: inspect argument parsing for `--dry-run`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"4. Step execution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"step_4_execution",
  "app_variant": "upstream_deploy_coding_agent",
  "step_index": 4,
  "step_title": "inspect argument parsing for `--dry-run`",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"step_4_execution",
    "latency_sensitivity": 0.7,
    "program_id": "agentbench.deepagents_app",
    "context_type": "software_engineering_long_horizon",
    "expected_output_tokens": 768
  },
  "deepagents_runtime_source": "python_environment"
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Final synthesis request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Represents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final outbound request after all step-level requests have completed.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This is the merge stage that turns multiple step results into one final request.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What changed here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Per-step results were aggregated into one request.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request became task-level again instead of step-level.</a:t>
            </a:r>
          </a:p>
          <a:p>
            <a:pPr>
              <a:spcAft>
                <a:spcPts val="300"/>
              </a:spcAft>
              <a:defRPr sz="1500">
                <a:solidFill>
                  <a:srgbClr val="111827"/>
                </a:solidFill>
              </a:defRPr>
            </a:pPr>
            <a:r>
              <a:t>The hint phase changed from step_n_execution to synthesis.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Checkpoint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Payload at this stage from checkpoints.json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607040" cy="5029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sz="1050">
                <a:solidFill>
                  <a:srgbClr val="111827"/>
                </a:solidFill>
                <a:latin typeface="Courier New"/>
              </a:rPr>
              <a:t>{
  "check_point": "5. Final synthesis request leaving Deep Agents harness",
  "task_index": 0,
  "task_source": "json:agentbench/sample_task_stronger.json",
  "task_metadata": {
    "instance_id": "sample__stronger_behavior__001",
    "repo": "example/repo",
    "app_variant": "upstream_deploy_coding_agent"
  },
  "phase": "synthesis",
  "prompt_preview": "You are working on one SWE-bench Pro software engineering task. Task metadata: - instance_id: sample__stronger_behavior__001",
  "prompt": "You are working on one SWE-bench Pro software engineering task.\\n\\nTask metadata:\\n- instance_id: sample__stronger_behavior__001\\n- repo: exampl... [truncated]",
  "hints": {
    "priority": 5,
    "reuse_likelihood": 0.9,
    "agent_phase": "synthesis",
    "latency_sensitivity": 0.7,
    "program_id": "agentbench.deepagents_app",
    "context_type": "software_engineering_long_horizon",
    "expected_output_tokens": 768
  },
  "step_count": 4,
  "deepagents_runtime_source": "python_environment"
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Payload Evolution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B7280"/>
                </a:solidFill>
              </a:rPr>
              <a:t>How the structure changes from checkpoint to checkpoint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11827"/>
                </a:solidFill>
              </a:rPr>
              <a:t>1
Task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1417320"/>
            <a:ext cx="2651760" cy="914400"/>
          </a:xfrm>
          <a:prstGeom prst="roundRect">
            <a:avLst/>
          </a:prstGeom>
          <a:solidFill>
            <a:srgbClr val="D1FAE5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11827"/>
                </a:solidFill>
              </a:rPr>
              <a:t>3
Planning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65176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11827"/>
                </a:solidFill>
              </a:rPr>
              <a:t>4
Step request(s)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417320"/>
            <a:ext cx="2560320" cy="914400"/>
          </a:xfrm>
          <a:prstGeom prst="roundRect">
            <a:avLst/>
          </a:prstGeom>
          <a:solidFill>
            <a:srgbClr val="FFE4E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11827"/>
                </a:solidFill>
              </a:rPr>
              <a:t>5
Synthesis request</a:t>
            </a:r>
          </a:p>
        </p:txBody>
      </p:sp>
      <p:sp>
        <p:nvSpPr>
          <p:cNvPr id="8" name="Chevron 7"/>
          <p:cNvSpPr/>
          <p:nvPr/>
        </p:nvSpPr>
        <p:spPr>
          <a:xfrm>
            <a:off x="2834640" y="1664208"/>
            <a:ext cx="41148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>
            <a:off x="5715000" y="1664208"/>
            <a:ext cx="41148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8595360" y="1664208"/>
            <a:ext cx="411480" cy="411480"/>
          </a:xfrm>
          <a:prstGeom prst="chevron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6984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</a:rPr>
              <a:t>Structure change by stage</a:t>
            </a:r>
          </a:p>
          <a:p>
            <a:pPr>
              <a:spcAft>
                <a:spcPts val="300"/>
              </a:spcAft>
              <a:defRPr sz="1600">
                <a:solidFill>
                  <a:srgbClr val="111827"/>
                </a:solidFill>
              </a:defRPr>
            </a:pPr>
            <a:r>
              <a:t>Checkpoint 1: task record only.</a:t>
            </a:r>
          </a:p>
          <a:p>
            <a:pPr>
              <a:spcAft>
                <a:spcPts val="300"/>
              </a:spcAft>
              <a:defRPr sz="1600">
                <a:solidFill>
                  <a:srgbClr val="111827"/>
                </a:solidFill>
              </a:defRPr>
            </a:pPr>
            <a:r>
              <a:t>Checkpoint 3: task record + planning wrapper + planning hints.</a:t>
            </a:r>
          </a:p>
          <a:p>
            <a:pPr>
              <a:spcAft>
                <a:spcPts val="300"/>
              </a:spcAft>
              <a:defRPr sz="1600">
                <a:solidFill>
                  <a:srgbClr val="111827"/>
                </a:solidFill>
              </a:defRPr>
            </a:pPr>
            <a:r>
              <a:t>Checkpoint 4: current step + step wrapper + step-specific hints.</a:t>
            </a:r>
          </a:p>
          <a:p>
            <a:pPr>
              <a:spcAft>
                <a:spcPts val="300"/>
              </a:spcAft>
              <a:defRPr sz="1600">
                <a:solidFill>
                  <a:srgbClr val="111827"/>
                </a:solidFill>
              </a:defRPr>
            </a:pPr>
            <a:r>
              <a:t>Checkpoint 5: aggregated step results + synthesis wrapper + synthesis hints.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
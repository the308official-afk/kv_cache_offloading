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b2243abdbf4a5d" /><Relationship Type="http://schemas.openxmlformats.org/officeDocument/2006/relationships/extended-properties" Target="/docProps/app.xml" Id="R96b322166aab4e53" /><Relationship Type="http://schemas.openxmlformats.org/officeDocument/2006/relationships/officeDocument" Target="/ppt/presentation.xml" Id="Rcd78fae4dff146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75b579c8ae46c7"/>
  </p:sldMasterIdLst>
  <p:notesMasterIdLst>
    <p:notesMasterId xmlns:r="http://schemas.openxmlformats.org/officeDocument/2006/relationships" r:id="R1ff7da7ffd41404c"/>
  </p:notesMasterIdLst>
  <p:sldIdLst>
    <p:sldId xmlns:r="http://schemas.openxmlformats.org/officeDocument/2006/relationships" id="256" r:id="R7b774bbfa7d44cbb"/>
    <p:sldId xmlns:r="http://schemas.openxmlformats.org/officeDocument/2006/relationships" id="257" r:id="R7351a759e4c349cb"/>
    <p:sldId xmlns:r="http://schemas.openxmlformats.org/officeDocument/2006/relationships" id="258" r:id="Rfe7dd56c5f234572"/>
    <p:sldId xmlns:r="http://schemas.openxmlformats.org/officeDocument/2006/relationships" id="259" r:id="R95293de6222645b4"/>
    <p:sldId xmlns:r="http://schemas.openxmlformats.org/officeDocument/2006/relationships" id="260" r:id="Rc97a62ae8d8841b8"/>
    <p:sldId xmlns:r="http://schemas.openxmlformats.org/officeDocument/2006/relationships" id="261" r:id="Rb03b8b26989b424f"/>
    <p:sldId xmlns:r="http://schemas.openxmlformats.org/officeDocument/2006/relationships" id="262" r:id="Rcdefc6213c074f80"/>
    <p:sldId xmlns:r="http://schemas.openxmlformats.org/officeDocument/2006/relationships" id="263" r:id="R28a3ec55b1e644e5"/>
    <p:sldId xmlns:r="http://schemas.openxmlformats.org/officeDocument/2006/relationships" id="264" r:id="Re2d600bef0094f56"/>
    <p:sldId xmlns:r="http://schemas.openxmlformats.org/officeDocument/2006/relationships" id="265" r:id="Raa4975349cca4e18"/>
    <p:sldId xmlns:r="http://schemas.openxmlformats.org/officeDocument/2006/relationships" id="266" r:id="R411d79dde80041d4"/>
    <p:sldId xmlns:r="http://schemas.openxmlformats.org/officeDocument/2006/relationships" id="267" r:id="R87c737911cb248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5b579c8ae46c7" /><Relationship Type="http://schemas.openxmlformats.org/officeDocument/2006/relationships/theme" Target="/ppt/theme/theme1.xml" Id="R6beebd6fb8014d69" /><Relationship Type="http://schemas.openxmlformats.org/officeDocument/2006/relationships/notesMaster" Target="/ppt/notesMasters/notesMaster1.xml" Id="R1ff7da7ffd41404c" /><Relationship Type="http://schemas.openxmlformats.org/officeDocument/2006/relationships/presProps" Target="/ppt/presProps.xml" Id="R4e82a277064940d6" /><Relationship Type="http://schemas.openxmlformats.org/officeDocument/2006/relationships/viewProps" Target="/ppt/viewProps.xml" Id="R752b8e086e92497b" /><Relationship Type="http://schemas.openxmlformats.org/officeDocument/2006/relationships/tableStyles" Target="/ppt/tableStyles.xml" Id="R2c0e22ec59834ab1" /><Relationship Type="http://schemas.openxmlformats.org/officeDocument/2006/relationships/slide" Target="/ppt/slides/slide1.xml" Id="R7b774bbfa7d44cbb" /><Relationship Type="http://schemas.openxmlformats.org/officeDocument/2006/relationships/slide" Target="/ppt/slides/slide2.xml" Id="R7351a759e4c349cb" /><Relationship Type="http://schemas.openxmlformats.org/officeDocument/2006/relationships/slide" Target="/ppt/slides/slide3.xml" Id="Rfe7dd56c5f234572" /><Relationship Type="http://schemas.openxmlformats.org/officeDocument/2006/relationships/slide" Target="/ppt/slides/slide4.xml" Id="R95293de6222645b4" /><Relationship Type="http://schemas.openxmlformats.org/officeDocument/2006/relationships/slide" Target="/ppt/slides/slide5.xml" Id="Rc97a62ae8d8841b8" /><Relationship Type="http://schemas.openxmlformats.org/officeDocument/2006/relationships/slide" Target="/ppt/slides/slide6.xml" Id="Rb03b8b26989b424f" /><Relationship Type="http://schemas.openxmlformats.org/officeDocument/2006/relationships/slide" Target="/ppt/slides/slide7.xml" Id="Rcdefc6213c074f80" /><Relationship Type="http://schemas.openxmlformats.org/officeDocument/2006/relationships/slide" Target="/ppt/slides/slide8.xml" Id="R28a3ec55b1e644e5" /><Relationship Type="http://schemas.openxmlformats.org/officeDocument/2006/relationships/slide" Target="/ppt/slides/slide9.xml" Id="Re2d600bef0094f56" /><Relationship Type="http://schemas.openxmlformats.org/officeDocument/2006/relationships/slide" Target="/ppt/slides/slide10.xml" Id="Raa4975349cca4e18" /><Relationship Type="http://schemas.openxmlformats.org/officeDocument/2006/relationships/slide" Target="/ppt/slides/slide11.xml" Id="R411d79dde80041d4" /><Relationship Type="http://schemas.openxmlformats.org/officeDocument/2006/relationships/slide" Target="/ppt/slides/slide12.xml" Id="R87c737911cb248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dcdca6f54d743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461ac586404c9e" /><Relationship Type="http://schemas.openxmlformats.org/officeDocument/2006/relationships/notesMaster" Target="/ppt/notesMasters/notesMaster1.xml" Id="Rb08c38d344754b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7d530741254040" /><Relationship Type="http://schemas.openxmlformats.org/officeDocument/2006/relationships/notesMaster" Target="/ppt/notesMasters/notesMaster1.xml" Id="Ree944733215648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f695f9b9084cdb" /><Relationship Type="http://schemas.openxmlformats.org/officeDocument/2006/relationships/notesMaster" Target="/ppt/notesMasters/notesMaster1.xml" Id="R8f04f3383d8048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907711d70041a2" /><Relationship Type="http://schemas.openxmlformats.org/officeDocument/2006/relationships/notesMaster" Target="/ppt/notesMasters/notesMaster1.xml" Id="Rfbe61d5e396745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73eced7b384ba9" /><Relationship Type="http://schemas.openxmlformats.org/officeDocument/2006/relationships/notesMaster" Target="/ppt/notesMasters/notesMaster1.xml" Id="R6fbf3fae004343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324f1d42e2493d" /><Relationship Type="http://schemas.openxmlformats.org/officeDocument/2006/relationships/notesMaster" Target="/ppt/notesMasters/notesMaster1.xml" Id="Refd98d91b54646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a91824a25240fd" /><Relationship Type="http://schemas.openxmlformats.org/officeDocument/2006/relationships/notesMaster" Target="/ppt/notesMasters/notesMaster1.xml" Id="R68d155c1b0e147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5d243049eb47d8" /><Relationship Type="http://schemas.openxmlformats.org/officeDocument/2006/relationships/notesMaster" Target="/ppt/notesMasters/notesMaster1.xml" Id="R50c512d3915142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12b50236ac4747" /><Relationship Type="http://schemas.openxmlformats.org/officeDocument/2006/relationships/notesMaster" Target="/ppt/notesMasters/notesMaster1.xml" Id="Rfef2647fbf2c4f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a80818d9a7420c" /><Relationship Type="http://schemas.openxmlformats.org/officeDocument/2006/relationships/notesMaster" Target="/ppt/notesMasters/notesMaster1.xml" Id="R6f95b247630c4c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e828663d8146fc" /><Relationship Type="http://schemas.openxmlformats.org/officeDocument/2006/relationships/notesMaster" Target="/ppt/notesMasters/notesMaster1.xml" Id="R8e890d45b1244e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74f1f5514f4f94" /><Relationship Type="http://schemas.openxmlformats.org/officeDocument/2006/relationships/notesMaster" Target="/ppt/notesMasters/notesMaster1.xml" Id="Rfd1a4fac8b6b47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8dc9de2004b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20ec0cdde4c4616" /><Relationship Type="http://schemas.openxmlformats.org/officeDocument/2006/relationships/slideLayout" Target="/ppt/slideLayouts/slideLayout2.xml" Id="R0a46a4cd593d45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46a4cd593d45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6c9dfd9f1b49c6" /><Relationship Type="http://schemas.openxmlformats.org/officeDocument/2006/relationships/notesSlide" Target="/ppt/notesSlides/notesSlide1.xml" Id="R9aeb77db2ce244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df86c10c324437" /><Relationship Type="http://schemas.openxmlformats.org/officeDocument/2006/relationships/notesSlide" Target="/ppt/notesSlides/notesSlide2.xml" Id="Rd6678d2f8d194d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5ce7c422504f62" /><Relationship Type="http://schemas.openxmlformats.org/officeDocument/2006/relationships/notesSlide" Target="/ppt/notesSlides/notesSlide3.xml" Id="Re8df4baa69ca47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b3405dbfa14811" /><Relationship Type="http://schemas.openxmlformats.org/officeDocument/2006/relationships/notesSlide" Target="/ppt/notesSlides/notesSlide4.xml" Id="Rbf298ca3adea49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1384cf157041a6" /><Relationship Type="http://schemas.openxmlformats.org/officeDocument/2006/relationships/notesSlide" Target="/ppt/notesSlides/notesSlide5.xml" Id="Rbc10f414317f4d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579baa67cc4c00" /><Relationship Type="http://schemas.openxmlformats.org/officeDocument/2006/relationships/notesSlide" Target="/ppt/notesSlides/notesSlide6.xml" Id="Re2ffc74573fb4c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874d5cbb2a43c3" /><Relationship Type="http://schemas.openxmlformats.org/officeDocument/2006/relationships/notesSlide" Target="/ppt/notesSlides/notesSlide7.xml" Id="Rf122a1bd38b44b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c12a2502fd4b89" /><Relationship Type="http://schemas.openxmlformats.org/officeDocument/2006/relationships/notesSlide" Target="/ppt/notesSlides/notesSlide8.xml" Id="Re28fad3fa6714b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61cd4cece41cf" /><Relationship Type="http://schemas.openxmlformats.org/officeDocument/2006/relationships/notesSlide" Target="/ppt/notesSlides/notesSlide9.xml" Id="Rb48acc4de49549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8315e02b884cc1" /><Relationship Type="http://schemas.openxmlformats.org/officeDocument/2006/relationships/notesSlide" Target="/ppt/notesSlides/notesSlide10.xml" Id="Rab6b53b682904b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2a725fdd2145c4" /><Relationship Type="http://schemas.openxmlformats.org/officeDocument/2006/relationships/notesSlide" Target="/ppt/notesSlides/notesSlide11.xml" Id="R2e4501ffbefe4d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62324d34fd48a3" /><Relationship Type="http://schemas.openxmlformats.org/officeDocument/2006/relationships/notesSlide" Target="/ppt/notesSlides/notesSlide12.xml" Id="R9b65dfd1b74745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8E7CD7-38C6-41E4-BC38-DC475E4F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86AE9-5B3A-4A13-A156-F13B4B04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01E12-461A-45FF-9061-1FC1FF78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FF8A9-4835-4CEF-937B-CBC110A4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layer has a clear job in the prompt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5DDF7-CC0D-4DC5-B47A-3D4D8479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9A65C-C1EA-4428-8E1D-BD9EDCEA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ABA4B-619D-44EC-BFC9-D2CFAA99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19300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63DFC-D4F0-422D-AE1B-8F2218C5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4991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Responsible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4F354-27EA-47A4-83A1-BE4E2F3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1930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D5BD0-D5BF-4A00-9DAD-618F3EDB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562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Simple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797D5-FC86-483F-8CD4-547EF2C5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D389A-EEE8-4DC7-84DC-150CF445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943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73A99-1D53-47F7-BE48-8198BAED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43200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CA1BE-84DC-43D6-9C49-136C79C8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9875"/>
            <a:ext cx="4991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the task, repo, tests, and workspace before prompting begins.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2A149-9DF5-46DB-90E0-ACA9BDD7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945B-B62E-4E75-A159-E1D25763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9875"/>
            <a:ext cx="3562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Here is the repo, bug, tests, and writable workspace.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02FB6-1F5D-4E47-AB52-490D02E8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CC2D9-E0D2-4026-8B18-FA972996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EBF0A-67C4-4D66-81E3-D828639E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943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613EA-2D00-4B89-B8B7-8FC610C2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67100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8E77D-E4CA-411C-8405-CEA36282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33775"/>
            <a:ext cx="4991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Turns task details into one clear prompt the agent can follow.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8B913-67D5-421B-A9DC-76C0636A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C24E0-A6DE-4B1E-B1CE-00FB8FF4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33775"/>
            <a:ext cx="3562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Fix this bug, inspect files, run these tests.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BC847-DB3A-4911-A640-43C7DB43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02DED-9B5B-4C7E-B8D2-2017907B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2E104-3DEC-4C9B-9C12-AC643D2F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943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Wrapper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45463-89D6-479C-8C7F-36FD29A3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91000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6F39E6-6F42-4F27-A1FC-27EC98CF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57675"/>
            <a:ext cx="4991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Packages the prompt into the structured request sent to the model service.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C7EBA8-6666-4DF8-93D1-90D576E4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9100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770236-9007-427B-93BE-09F355A7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57675"/>
            <a:ext cx="3562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Adds model name, messages, request ID, and tool mode.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31C633-CE44-45EB-B2B4-7912E5D8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D476D7-49A0-4F0C-A681-BB9B076D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19FB6A-C7FB-4BEC-80AA-9EC07E26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943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755E54-A83E-480A-A4EA-FE6B95E2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14900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327BAA-9A60-4852-AB46-03921734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81575"/>
            <a:ext cx="4991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Adds coding-agent rules and later records what the agent actually did.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00B682-3BC8-4A1E-B2AC-28DDD8FD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5E0F28-9BC8-4D9F-868B-4B3442D6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81575"/>
            <a:ext cx="3562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tools, inspect first, verify before reporting.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09D13A-4048-4108-BAA0-F0BB71D7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F08714-33D4-4D2E-8765-9123E61F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1087C4-D953-408F-AADA-3DE7BAE2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943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FE946D-1FCE-4265-BEC0-84150DFF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38800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AF1379-F0E4-4B87-BEEE-166AB821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05475"/>
            <a:ext cx="4991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the request for model execution and tracks runtime/tool state.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E0F9A7-E665-4E86-975E-A2BFAA6E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3880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6914A7-EDD2-4D38-9F34-60BFD8E5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705475"/>
            <a:ext cx="3562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Adds tool parser, tool list, token/cache measurements.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F1665A-D987-446E-89EA-12ABEE36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11371A-79A2-43CE-81A4-A5AB8FF3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B0CA01-46CF-4B9C-930F-8FE1AAE0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56BA42-8C3A-4821-B1A7-4F916AC5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87295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0B923A-39D2-4161-AD4B-B7482CE5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AF8D1-9194-45C5-8E1D-EDEB7CC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BF906-CB84-4261-99CC-BD75BC16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PIPELINE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9168C-ECD2-4416-88E7-32A16E1D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Seven checkpoints show how a task becomes model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B0E20-6120-48AB-9F28-3952E1F0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C2FF2-565F-4DE7-A5E2-86893F6A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B3E50-547A-408E-8BEA-270D8AAE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Build The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02C32-006A-4186-9715-258D6ECF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147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DB9F0-7999-49A0-9D67-4F515F52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4883D-8910-4342-BDCE-D7D370DF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52990-DAFE-4C68-96EE-BDD4EC9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C4966-3073-4BC1-B8F5-42AEA693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3DD12-9D04-4D7E-B68A-221A2AB8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F3187-BFF7-4E7B-82A1-5A152C7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What task are we solving?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24760-4177-4D67-9C5B-EAD7C915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8EF5F-4F23-4D67-B299-1B1FB668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B3BCD-43D0-4A67-A4C4-3967A9E8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EF2D8-E379-4E2A-B8F8-416CAFF4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82468-AAA2-4638-8309-DA70587F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2435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591A7-1515-4D00-8218-D4A15FA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What instructions did we give the agent?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C7540-94B5-4679-BFDB-537E83CE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38350"/>
            <a:ext cx="31432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FB999-4648-4C88-9358-0E4768D0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38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71A6E-9E84-495B-A476-BA184B2B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860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Package The Request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C4E6B-5C69-4339-8C6C-C1C6C8C6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7147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4F9F1-3E6E-4507-8879-944E6765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4320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1B0789-BC9C-4E54-96A9-B69C4E17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E1CF8-BF04-4665-BB1A-1FFC9DF6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571C5-11FC-4715-A9B1-3DAD46E4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71B8C-6498-429D-B2B7-6BE6403A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2895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6BD453-FD2F-4809-AEA0-634DBE39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194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How was the prompt sent to the model?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CEFA76-DBF9-4A44-8756-C2995D4F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F63CCD-6BEF-41D6-BE35-ADEFFD51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3C0306-843E-44E4-A239-8EB8802A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F6FF02-481B-4E32-AE57-E19A136B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767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5A191F-2BD6-495C-A73E-06AA1479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2435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3E3D6-829F-4275-96CF-B8EEFFAF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148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What behavior rules shaped the model?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CBA1C4-1885-431A-BD92-E383E4A1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38350"/>
            <a:ext cx="40767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ACC5AD-7914-4C04-81F6-983A12A5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38350"/>
            <a:ext cx="407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0F2455-E85C-47C5-9779-D70DEFCC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860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Observe Runtime Behavior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49A786-45AE-4B22-9AD1-457517AC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3657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CE2B5B-1F7D-4B34-9344-DBD88048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BE9F75-439D-4499-9884-7F8CC75E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CEA27E-D127-495F-86DE-51D2DDEA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EF5E66-A2A4-458E-B27C-5AF33259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149A14-0796-431F-807D-A7F3C0FE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3086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What tools and parser were available?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0F5E2B-8AB3-4A98-A08C-B8D4E6FA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3657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4C1379-D054-4001-9785-3CBED61F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8939B3-B4F5-4B31-8FB8-26A057B2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41CADF-FB20-45D4-8C8D-A5E797D2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FDFFED-7870-4C7E-971A-C76AE899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0CAC75-C4CE-436B-B10D-FC477179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000"/>
            <a:ext cx="3086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What did runtime measure before execution?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275018-3075-407C-B98F-3EFB1DDD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657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79C200-18E8-49AB-8095-6E93AA36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ACDA41-05A4-4D34-809F-1A5D6C4F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6789C3-1EC2-444F-9884-C1A9183E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39FF16-08F4-44C9-BF2C-B2AA195C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7205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D68868-78C8-470D-97F2-494F6B46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3086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What did the model actually do?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6B6F8F-7AA9-4B14-970F-6E29EB89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Read it left to right: the task is loaded, shaped into prompt instructions, packaged for the model, then runtime behavior is observed.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E69B0C-77E6-4266-A435-172F43E7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A2CC84-E7F8-4829-80AA-575215FF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68B38C-E5D6-4330-B030-513DBADB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6453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45C2E-2FE5-46CA-9B42-3DBA2D94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604D2-6FC8-44E4-9261-1848CD1D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D0C22-9F8C-493B-B187-FAA55489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STRUCTURE EVOLUTION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370F5-2437-4EC1-B7E1-AE332502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payload changes shape in seven readable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91A3F-CD10-4F8C-A215-7DD3CE90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AFF87-FE6D-4705-B9AF-96A5DD8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6690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0ED27-1553-41ED-856C-342CD1AE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77CA3-133C-4FDB-9505-01B1B33B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6900"/>
            <a:ext cx="497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BB40F-75D1-4594-9125-7485B868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 /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EE0BA-9845-433B-861C-F7EBFFE6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621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 shape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74CCD-7662-4536-BB8D-3E60EA9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62150"/>
            <a:ext cx="474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3E024-E044-4341-8F36-0D3173FD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90B5E-4685-4197-AC5B-9A0E6A9E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08FE0-BF3C-4AB7-89C4-F625E628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948D6-7968-4F23-8497-83DA0D31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9F8E5-E784-4A38-A2B6-232AC040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9D2F8-D577-457E-B3AC-68ADA1EE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669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32492-B3E9-4100-B135-EF6D0AA7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payload with repo, base_commit, problem_statement, requirements, selected tests, workspace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3CBDE-23BA-4ECD-8A81-87C98D79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EE0D7-3673-4A07-A93F-379BF46C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E7C01-A130-47B4-B095-8C461B85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29BFE-5EFF-4D7F-AECE-D96D3397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86466-58E6-4632-B8D6-39B411C1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79E27-E1B4-47B5-81C5-DE7B1902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4322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payload fields spread across dataset columns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8DD58E-DF7B-4A6F-8430-2F959BBD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E1C53-7042-4921-99EA-AD114527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4322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single formatted prompt string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A53AB-E754-47D7-860B-68C45094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659296-622B-4854-B450-0F5D147C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8B94D1-38DE-4443-B77D-D1C44FD4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038452-4090-4F3E-A125-D8915C1A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0EF1AA-2062-4C36-8DCA-C9D8452F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6059B8-F323-4E2F-ACFA-560A168D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56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plain formatted prompt string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B6CD45-CD8A-47F4-A06F-3C933A3E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71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96DE36-88E5-420D-999F-A475FB15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9567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envelope with model, messages, request_context, agent_hints, tool_choice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D6F279-67DA-4FF9-B3BD-EDC9F220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112E22-6D28-45F7-9A4E-60063B89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CB6995-784B-43FE-A605-4C1046E1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AC2121-D752-46A0-8566-935D892C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7A5809-5582-4EAC-B9F7-AF2F189C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DA7CF0-C613-4967-9828-A629C662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4812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envelope centered on one user message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B7EA50-672A-4A0C-8813-782B739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243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C12124-8437-46AE-9B53-68E003E9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4812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envelope plus system prompt and Deep Agents behavior layer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58B0A0-9282-40A7-8ABE-ACFDF2DC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9481EF-FBBF-4E40-B470-C0812CC2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228B22-E491-4167-BCC1-8A874921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DF2B77-7171-464D-9070-81DAFE83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D7B1BD-C344-4492-A784-C1EC8EEC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33DDE1-567A-4266-A5C8-073ADBDB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005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envelope plus system prompt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397B0C-5044-445F-B0DC-2776DB92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767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1C143A-9C21-4FB8-BF1D-7C868805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0057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tool-capable request with expected tools and parser context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636B67-9208-434F-966D-EB7558E4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4CD0C2-78B8-47BB-9951-27F90BC7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4294CA-7279-4A85-A5B3-B8ABF04A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D7E1C5-5EF0-42CA-9136-A31B056C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50C230-4D91-4536-8B7F-86B07D65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18FADC-1CF4-49ED-B11B-491DD6F9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5302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tool-capable request with parser metadata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85732A-73D1-4174-A15D-3832988D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292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8F1FD1-6C27-461B-80C0-668094C7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5302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runtime-prepared request with token and cache measurements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07462F-C71C-4118-AA23-372D2B18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41D379-2D38-4B3B-AEB8-E518E41D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8AC306-A0A2-4786-B58C-7076E48B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8E5944-BD1A-471D-A7F8-838F9FB2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034CAD-D234-4D8B-9667-887E6B4F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4F629F-B7C4-4BFC-8711-C81FF123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054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runtime-prepared request state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BA793B-301B-4A43-9E27-777ED120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816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73FDEB-1850-4BDD-9F9F-A2E6496C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0547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response/transcript with tool calls, tool results, finish reason, workspace outcome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5D8093-328B-4D38-9289-D13E3D04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0E49BC-6052-49BE-B162-E10826E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A40BA1-6A83-47A2-8694-A04C24D7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47EE49-5D7A-45A3-A517-0F02779B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44567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18FC6-571B-4683-BC3C-EC967802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E6724-0542-416B-A50E-729A9A95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EBC98-73E8-46C2-9B49-6A0816F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STRUCTURE DETAILS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9B391-83EE-4E05-A230-0F27E456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Three grouped transformations explain the overall shape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67881-0970-41C9-AC0B-32E3D8DF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2575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FE7B6-182A-4279-B76E-7B7DFFA2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AA8F8-1235-4242-ABE2-3CBD2E52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Task -&gt;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59CBE-0BAF-4ECD-BA32-10CC4B68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Dataset fields are merged into one runnable user prompt.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D9B85-2949-4D61-9972-8AB8FABA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E3B1D-500E-46B3-A2F9-7C0B340D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Before: none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87979-AC44-4AAE-AD32-66824E98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After: task payload with repo, base_commit, problem_statement, requirements, sel...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C6AF1-3C73-48F0-8347-4F1173CB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EF5FA-AF7B-44D1-9CC5-8FDFC45D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Before: task payload fields spread across dataset columns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C3F49-18A4-4E6C-AC09-610F2BF6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After: single formatted prompt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3DCA7-5ED9-4C91-B018-12C2BF0F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2575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551D8-5A1C-4C13-8864-80A4D866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76FD2-CFB5-46D3-BB1C-BE1013A5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Prompt -&gt; 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13C7E-ABD3-4568-9BD8-0C3CB470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prompt is wrapped with request metadata and agent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F7A83-ED7B-438C-80FD-D4C258FC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95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E7239-5412-4BA9-9E11-9B05EA26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Before: plain formatted prompt string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D4F0E-FCDB-4754-9E1A-FCE3BE0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After: request envelope with model, messages, request_context, agent_hints, tool...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FD934A-0962-408F-A4A5-B40E7F9B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071D9-27A5-428F-B61F-ED1E7599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243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Before: request envelope centered on one user message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7BC57B-5EE9-4639-9C27-BACA6024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148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After: request envelope plus system prompt and Deep Agents behavior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507AAF-B7DA-469A-93FE-26512034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2575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D0F05-A950-445C-89A2-9FD37CD9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050C1-1C18-4E1A-803C-923D862C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Runtime -&gt;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6A0B56-E7FD-463D-8326-C647494E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evidence is attached, then final behavior is recorded.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DD1D6-73FA-4CFC-9538-DF64971A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37A11D-4A27-445D-9DC7-792469F4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Before: request envelope plus system prompt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13CCA1-DCE1-421B-BD67-C51F961E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After: tool-capable request with expected tools and parser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475917-D6E8-4A65-97AA-8E82EB84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EF0DA9-3E93-48B2-8345-F109A267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Before: tool-capable request with parser metadata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8474A9-0BAE-4C4E-ACF1-9F9C67D0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After: runtime-prepared request with token and cache measurements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5AA234-5A8E-4170-B4FA-55034F83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958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448D55-6C26-487E-8712-F094F9E7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244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Before: runtime-prepared request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F2FFE2-0514-4641-9D5D-3D3056D5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149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After: response/transcript with tool calls, tool results, finish reason, workspa...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074CAA-2661-4EA0-BA3E-566DA5FF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6709A4-E6E2-45F7-A75F-FE5FB79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3A8AC9-FD21-4F45-8F84-1C34C131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65797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EC24B9-E391-429E-AB6F-1327D0F3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057CC-D49B-46D3-8A18-50DCA4F3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C7D82-3A6F-4519-88B8-BA406D16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BUILD THE PROMPT | PROMPT BUILDER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B0243-5EF4-4FF0-9BEF-AE8E1ECF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Scattered task fields collapse into one prompt object.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78989-4F80-4385-8A48-2383566E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C7C68-367A-460B-917E-1E6BA929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F6AF6-ED60-47BB-B0B9-40761310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0B2A4-78E5-4D3F-BCF8-719DDC19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Flow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C7F79-C3A4-4864-BB3B-3E737727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BUILD THE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41B4D-1A4A-416F-949C-B6399333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3EFA4-6520-4F08-8D10-00748C88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9C4CD-93B4-43FD-B23C-5C980DF9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8BD56-8E32-4DEC-B497-76C28899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Turns raw task fields into one clear instruction message for the agent.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0C6E5-C799-4060-ACAA-FDE9B8DE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40BF0-AD8F-43CC-B0F1-94D9A817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Repo + bug + tests + workspace become: inspect this repo, fix this bug, run these tests.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9730F-E63F-4999-90B8-0758D1D4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C8676-2434-416C-85A1-2C54CF06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Added keys: 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A51EE-A062-418F-A784-0A2008DF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D4BD1-871C-46D2-B786-C924DB95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7E6BD-BA13-489C-91DA-66638D69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E3A40-4F33-4A15-8103-B7CFD6CD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876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"repo": "...",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"base_commit": "...",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"problem_statement": "...",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"requirements": "...",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"selected_test_files_to_run": [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"workspace_path": "..."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762C79-91F8-4FB2-81BC-878369B6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DAF2B6-6437-4E16-BEA7-E41B046C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F476C-BD2B-455C-9327-613EBE4E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80222-E98C-4A7C-9475-8EA71F49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76600"/>
            <a:ext cx="4876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"prompt": "..."</a:t>
            </a:r>
          </a:p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DECEE-B592-400A-9375-926C7FCE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user_prompt_lines=114 | user_prompt_chars=6906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D256A-13D8-4959-856D-F38C4D7E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EFD48A-0C0A-48C3-B448-58E9F042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82B848-EE48-429B-94C4-A9D95624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07637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630168-5B86-4850-84A9-E8917225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B4406-F525-4553-B01B-FB0DE65F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6F583-53E0-4B23-AE69-DD5DFE4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PACKAGE THE REQUEST | REQUEST WRAPPER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F4420-7B75-40AB-BC8B-E3B7E7B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prompt becomes a model request envelope.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F1DFF-AF5F-4F5F-811C-5C3CDF73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EC62B-8E11-43E6-A9CA-4D66E766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39E2C-BD16-48E9-9742-A3495C9B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173F-1610-4DCB-8179-3F0C3D3F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Flow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184D5-2016-42A7-A5D2-6D288D3A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PACKAGE THE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88C2B-311A-4517-BA52-77D57BD0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CABA6-5542-45F2-9F4E-2FED4BB6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4F27D-EDD4-4A2F-95CB-5E153B97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419E1-0AE2-4610-BC72-74D5CF7E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Wraps the prompt into the format the model endpoint expects.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F339C-51BC-477D-A56A-D67E56CE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BF19B-CF0F-4FFE-B5F6-E5E06E5F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The prompt becomes messages, model, request context, agent hints, and tool choice.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29DE3-AF93-43E0-8FEA-F2EB46E8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77F3D-CD78-4280-BF1B-F5899B57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Added keys: model, messages, request_context, agent_hints, tool_choice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1F8A6-B07D-4B90-95DC-2C81834A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7AD67-B9B4-40ED-B253-BF9F4F88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2F7BA-5CFA-43CE-AAAA-574C26C1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4D585-C578-4541-8B96-5A04DBB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876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"prompt": "..."</a:t>
            </a:r>
          </a:p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F5301-423A-4B31-9FE1-2F5C470C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B671E-2079-4FC0-A534-F6A6576E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5515E-7EE2-4002-BC51-9933A18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DE4DB1-1821-4C00-B3FC-BE04AB83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76600"/>
            <a:ext cx="4876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"role":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"content":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"request_id":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"parent_run_id":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"task_instance_id":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"phase":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"app_variant":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"priority":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"reuse_likelihood":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"agent_phase":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"latency_sensitivity":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"program_id":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"context_type":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"expected_output_tokens":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4BC41-0862-410F-BECC-FBACF57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frontend=http://127.0.0.1:8000/v1/chat/completions | tool_choice=auto | request_id=instance_NodeBB__NodeBB-0499890...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64BC8-021A-4AB1-9C0D-72BC851F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4DC78B-094A-4755-9D3B-52544282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9F2648-E243-4869-9EA0-1CC238D1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43554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E28136-EA83-4544-A766-C1A02463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B031D-8047-4114-8046-0E346C41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BFAF3-642D-4512-936C-ABD736E4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PACKAGE THE REQUEST | DEEP AGENTS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272D3-C5F2-4B21-B761-712DBC65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 instructions are layered around the request.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3A4A4-AD33-48B0-9858-1F47E871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2F7D7-59BE-44AE-A911-302B2EB1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34B55-6B3B-482C-831A-EAD94821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0E5E5-2B4A-4733-8B25-5DFAAEEE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Flow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297B1-10E7-4237-9A48-765F1A81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PACKAGE THE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C69D2-2D71-4CAD-A240-9F3A1003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2AD7A-554C-47B9-91A6-CC941F5D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EF7C0-01E3-49D7-9BB1-31824D0E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AEAE-8514-47EC-8D42-47617EF8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Adds the coding-agent behavior rules around the task request.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725B7-FDE7-4351-8437-DB6EBFED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BDEFD-7BDC-44B3-8BB6-F9EB8611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Act like a coding agent, inspect files first, use tools, and verify before reporting.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96F13-8CF1-479F-8A32-24314F91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5354D-7861-48AB-BD20-1B9543A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Added keys: system_prompt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4AF82-9886-4BDD-A375-7E026D1D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06BF3-25B7-4325-B299-547C27B5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A5B28-A239-4D7E-B85B-550917F9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B7083-AF34-4754-A671-876A0066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876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1E808-4A08-4411-AB3B-30A85BF9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E106B-98B0-4EC7-B2E2-FF4BE02D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347C2-393E-4D7F-B937-BBFF439E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81D74-25CC-45CC-BF91-BDECEAC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76600"/>
            <a:ext cx="4876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FF1A7F-5215-4860-8537-32A94D77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52BBF3-BB64-4790-BAAA-925DE29A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7563FA-8B95-4234-A7A6-3B485628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73416-9EBD-4A52-B337-39658DE9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10894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96941-6ED1-46E6-870A-1D386E1A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0AC38-01FC-43B2-ADF7-823A1814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66202-8413-4689-9D96-FFA2F265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OBSERVE RUNTIME BEHAVIOR | DYNAMO RUNTIME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11DC6-524F-4A2F-9950-8DB422BA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Tool availability and preprocessing metrics become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FAB90-39B2-4B51-9862-33434FBF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36A40-D4D0-4F55-BDB4-6124A9AE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32F58-00F3-4D18-8593-4BAC0C86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C0BE0-8732-490F-A722-A61B043B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Flow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ADC86-86E7-4F69-905E-13C233A6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OBSERVE RUNTIME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4A2CC-F5D1-4493-8884-ADDAB755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D4925-EAB2-49B8-AA52-E56DE57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7EDE5-920B-4C0A-9027-E8B68F22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AB284-9CC7-423A-818B-03947B92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Shows what tools, parser, and runtime preparation were active before execution.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B893B-2103-42E2-B61D-3F38406F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07005-7389-4222-8C5B-9EA4818D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Tools like ls, read_file, edit_file, and parser hermes are attached; token/cache counts are recorded.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26F87-6205-4AEB-88A1-9E56DBE9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ACEAF-5733-4319-97C5-B2616FB4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657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Added keys: expected tools, parser observation, prompt/cache token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438AA-2408-4A60-B3D8-6D5A5169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4BC69-78A9-4130-94BD-CB02F65D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5B99C-6DEF-4D29-BA23-0EC7AE63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Tools Attached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3C2F7-C5A1-4718-A43E-0DDE2CC6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876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"tool_parser_observed":"..."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97B3F-B4ED-44CD-B9F7-A88FB066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DEB32-6F80-43BE-9998-893291BE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4FA26-1C23-4D6E-8480-5BE8E464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Runtime Prepared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96116-249F-4FF5-B1D3-5EAE6446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76600"/>
            <a:ext cx="4876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A5144-C7C9-42BF-839F-9A711E7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468C3-5390-416E-A811-FBA63F37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3033B-AF31-47FE-A0DA-2E8BBD8B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D5D769-C29F-41FF-B2C6-1640ED3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73023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88FBE-4EEC-4F6F-97D5-12A963FE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825A2-EE4D-4D22-B2F7-30B09578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1283D-FA9B-4E57-9F8F-AA9767E9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OBSERVE RUNTIME BEHAVIOR | DEEP AGENTS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B68D4-4F1D-42EA-94F8-24A772BC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request state becomes a response and outcome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0A8ED-9BCF-4D63-9325-3210C0B2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DD1C1-8F0A-4502-BA69-CB1C0B07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69D84-C0E5-44D3-B905-10B437F3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92460-45C4-4BBC-A75C-0674E21B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Flow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AD51F-5E60-4681-9A5C-2FE1EC2C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OBSERVE RUNTIME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D9AA5-D5E0-4C6B-9AA5-62E6168F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B85EC-71BC-4A8C-A65E-497549A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F6892-28F6-4E4A-8CCC-74AC8818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71F3F-E4B6-41E4-B1C2-00B172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Turns the prepared request into an observed response and outcome record.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38039-B3E4-47AB-BC85-CC17092E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2A1F7-A8F8-43B2-8C49-EACC9A2E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The model called ls and read_file, finished because of length, and made no workspace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82052-4F1B-434F-ABA4-5B213389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7F626-C6A5-4093-ACED-B694A54D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Added keys: observed_tool_call_names, observed_tool_result_names, finish_reason, response_text, workspace_changed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9C775-165E-4C38-84FC-2A6AE5B8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B1C4A-2E1D-48D8-88E7-8FC7AA46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81F3B-1487-452B-B534-7084FE08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D11B2-8EE1-48B8-A59B-79DF1D9C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876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1A3CB-9DC5-40FC-A4FF-9C52CAC0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2001C-2DF5-463C-84DB-9102890D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428C65-295D-473C-AC96-B0A6BEDA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28954-1B23-441C-AAF7-67444558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76600"/>
            <a:ext cx="4876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"type":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"name":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"content":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"tool_calls":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 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    "name":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  }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"invalid_tool_calls":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]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"observed_tool_call_names":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"observed_tool_result_names":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"observed_tool_call_count":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"finish_reason":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"response_text":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"workspace_changed":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27A06-7422-40D8-8A3C-99AD5B92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observed_tool_calls=2 | tools_used=ls, read_file | workspace_changed=False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036A91-FD7B-46FA-8915-BC23FEA5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86274B-78F3-4867-8F89-CACF5FB2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BB4307-74DB-4C38-A7BD-AE057EC5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16869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ECDAE-7CA1-48CD-AA53-3C7F8E3D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CFEF1-ABB5-4630-B4D5-2B1BDFBD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AC320-82D8-4D67-A2E6-996F1087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KEYS ADDED AND 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AF0FF-FC0A-4F4A-8CDC-FF99A467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key deltas show exactly what each stage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04A70-F693-403C-93D3-CE19D642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B1181-F0E6-4935-9062-EBB5A9B1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DEB82-1E8A-4C74-904A-C50296AA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66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6401F-A8DD-4371-A679-CDBC8FAE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Added keys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959C5-E79F-4EE5-8C49-59404049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D4563-9B0E-41BD-AA9B-B8E121C4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Changed keys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11E70-7095-4E20-ABC7-F25E37B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669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4DFC6-2AA7-4CFC-886A-EECC7674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431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Removed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E30D9-E968-4B7E-930F-541D5DF6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E769C-037A-4002-B594-16DDE8BF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47925"/>
            <a:ext cx="1943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Task Loaded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0E7CB-5022-48B5-85E1-F922B602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8CC27-4A38-4278-9AD0-2BD0E73F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47925"/>
            <a:ext cx="3562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repo, base_commit, problem_statement, requirements, selected_test_files_to_run, workspace_path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42992-1F0D-484B-8DC6-B79BB49D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4A8B8-1743-404D-B2C0-89F3B2A7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47925"/>
            <a:ext cx="3752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4C71D-D011-426B-A06C-F9BA91E2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0D6E2-DD1B-4D6B-8CD4-2FB5ED41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47925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8F327-20D4-4DC1-990F-CB73F332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860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8AF70-A170-4661-9EC2-2616169E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0BF4B-2CF1-4F19-96BD-3EBC509B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1943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Prompt Built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65281-395B-4DED-BE2F-CA2025A0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2E086-9E45-4554-AE47-E4C83BF0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62275"/>
            <a:ext cx="3562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prompt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F77CE-79C5-42F8-9D88-163668C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9FE35-15D4-4F0A-AC66-7C51BEF2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3752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problem_statement, requirements, selected tests -&gt; prompt 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9FFC2-365D-4952-919A-B9FED5CD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956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9571E3-4B2D-408D-B00A-FBDA2ED9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62275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82E575-4478-41A7-92BD-A52FB7FB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04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ABA278-EFDB-44BE-8548-0E545B05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EAE1C-EC73-4BD1-B7E0-EBC72BCD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1943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Request Packaged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C2CC7-99C4-4EA0-BA38-F1E992CA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99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FA398D-6C8C-491E-9319-B7E9477C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76625"/>
            <a:ext cx="3562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model, messages, request_context, agent_hints, tool_choice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7739DA-E955-4B12-8640-FEB5672C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C6EDDE-BD69-4C8E-888C-D2BDB85A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3752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prompt -&gt; messages[0].content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FBC303-AEA2-4C7D-84C1-756EAB3D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099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9D225F-FBD2-4388-B7CA-A7A33429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76625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87DF92-67EB-461B-8BD3-FB7CBF06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147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906B2C-E35A-4957-89BE-1D4C9381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243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A8FFEF-D0D1-4274-893E-69DB5841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0975"/>
            <a:ext cx="1943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Agent Rules Applied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AA16AB-2509-4F97-ADA1-2885970E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24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4DC30A-0DC6-407D-B44D-D1B232FB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90975"/>
            <a:ext cx="3562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system_prompt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873D06-AF80-45B2-AC12-9D136C1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6B605D-237B-4009-8F39-9829944B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90975"/>
            <a:ext cx="3752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request interpretation now includes system instructions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193127-260E-44AC-9D46-8FF94683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243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5979E2-1641-45DB-8EC6-1E3BF18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90975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5A8742-134C-4397-A1F4-D4E5D488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291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15CD23-CA2E-4924-AC69-78623B15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1D0FDC-CE7B-4568-AE93-DD2BC647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05325"/>
            <a:ext cx="1943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Tools Attached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BC55A9-446E-4829-8B3C-86562B1F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EFA3C2-23A0-4F17-98A2-82926374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05325"/>
            <a:ext cx="3562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expected_builtin_tools, tool_parser_names_seen, tool_parser_observed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D61829-98B1-4B18-87CF-11391F51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86B5DB-D0F4-4077-90C0-D6C905AF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05325"/>
            <a:ext cx="3752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runtime view now includes tool surface and parser metadata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3C235E-63D3-4278-B70D-6B76B0A6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386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176A5B-0161-4DAE-86B7-4219F063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05325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38F980-77B0-4591-9E12-62B60671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434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8D253F-6D57-47BF-ACB8-568270E0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3D76C8-B614-4BBC-B29A-A3C3187B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1943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Runtime Prepared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B5EB6C-D698-48DA-9062-A34F476E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76D737-F9BE-41EF-8D75-84893473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19675"/>
            <a:ext cx="3562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prompt_tokens, cached_prompt_tokens, cached_input_tokens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343889-55CC-4972-ABA3-BA339C15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A6793C-AF5B-4239-8FFF-801BE6BF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19675"/>
            <a:ext cx="3752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request now carries observed runtime preprocessing metrics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5CC4E1-CFCA-450F-AF7C-7F69A75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530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CDFFDC-8904-4D9F-A8A2-44E4AC6E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019675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D3DCB2-B58F-4EBB-A148-A82D628F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578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DF68A8-1458-46AA-9677-F505975E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5DEACE-A6B3-4E4D-A3DB-9D28AB3B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1943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Behavior Recorded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E636C3-17FC-4CDE-81CC-4D27CD8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56F943-0F4D-4B01-8145-41B2F2A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34025"/>
            <a:ext cx="3562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observed_tool_call_names, observed_tool_result_names, finish_reason, response_text, workspace_changed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196B83-1730-433D-8A39-80A68312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673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2D8B53C-436F-4324-8A26-81CD3DD9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34025"/>
            <a:ext cx="3752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request state -&gt; response and outcome state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CA0816B-ED84-4794-8218-24934617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4673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95F19E5-EB7E-413D-A0FD-F2943C34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534025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F58878F-F401-4A07-8BB0-20C6E1BD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721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ED636A-339C-4A88-8799-FDAEA529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4940E9-9DD3-4458-8CA6-CC3D9FA6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B835004-E3A8-4C54-BB24-BDCF7922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15597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34B1AE-9E4B-4F8D-A89A-B75D5D6C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8522D-1284-4832-9C63-B567F61E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137EF-67D3-4950-BB77-BDC72A73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FACTS, OUTCOMES, SIZE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53804-2757-43B3-9834-A932BD4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final evidence fields prove what each stage produced.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6F820-5B1B-4B8A-948B-D386B1CD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288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C7A60-22F6-4701-BDF1-D800AA83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C411E-A053-4612-8F15-7E109E58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288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F3E33-C537-4712-98F4-1F3A4725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05000"/>
            <a:ext cx="384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Key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6F307-AA69-470E-84BA-FC07EFB1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F048D-A9C3-49C2-8736-E0C6517A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05000"/>
            <a:ext cx="384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7C628-1922-44F2-ACE6-CFD17F93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828800"/>
            <a:ext cx="95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9B3DC-544C-4CF5-9A98-EE49F05B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905000"/>
            <a:ext cx="80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DC83F-5FFA-4B4A-A41A-2AA5F0F2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AD792-DD39-4CBA-8B70-01F3C2DC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Task Loaded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FA81B-81DF-4613-8D44-1AF2E9CF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622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01B18-3D5F-478B-B6F3-A9153BA4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288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tests=["test/database.js", "test/database/keys....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F53B5-455F-4058-BFA4-E3367FB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905E1-7518-4B76-BCA6-EE6E1C36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tests=["test/database.js", "test/database/keys....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CB9CB-2DC8-4616-BC4D-0D3E5582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62200"/>
            <a:ext cx="95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296DF-FC67-4F24-800A-7D33BEBD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28875"/>
            <a:ext cx="800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1330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6970F-FEB2-44F1-B52D-0ECF2C3B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860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D7111-B2AB-426C-9FDF-DAF22B5B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1248AD-2B32-4851-99BC-95D7B31B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62275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Prompt Built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B94F9B-4083-4A46-BBA0-A28017C0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956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68983-CC16-4460-BF21-4E1B0932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prompt_lines=114 | prompt_chars=6906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4126F-DEA7-41D0-9337-23A77F36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F7B07B-E7BD-494C-9031-787B3A75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622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user_prompt_lines=114 | user_prompt_chars=6906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A4463-F93D-4793-91DA-467D8A59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95600"/>
            <a:ext cx="95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858F64-0609-4E07-8801-13BB3221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62275"/>
            <a:ext cx="800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5576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B5D518-1F30-4EAC-BD32-57EE1F2C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194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31C22A-9D28-402F-8FEA-4253DB5C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4F27F6-86D4-465E-8DF8-30DE077F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95675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Request Packaged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EDF42-6652-46CF-9E19-64612FBE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290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558CC3-9080-47BC-8A69-1A784629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956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frontend=http://127.0.0.1:8000/v1/chat/completions | tool_choice=auto | request_id=instanc...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412810-29B3-4F78-9587-2F811BC1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C7C5E8-BD75-4AFA-A38F-76D75D0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956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frontend=http://127.0.0.1:8000/v1/chat/completions | tool_choice=auto | request_id=instanc...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35B1C1-0BB5-47B6-A79C-1A0FCC9B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29000"/>
            <a:ext cx="95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235A25-5CB1-4B11-8333-F5B3EB54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95675"/>
            <a:ext cx="800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D62DF0-13E5-45E3-A5EB-7B8F62AA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52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53EFD8-C1DD-401B-9819-E97115F1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624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9F14ED-3C8C-4EBB-BC62-6C3B5EF7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Agent Rules Applied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D7764E-A526-44F0-9CD3-922A951A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624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97BDA3-2143-4853-AB72-8F8A3C54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290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3FB704-7BED-4BF7-B8B8-1EF16C72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41DAE8-9CE5-4080-9ECA-BAC0ACCA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25115E-C099-4931-989C-DD2348AB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962400"/>
            <a:ext cx="95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049931-19B6-45ED-8766-04BFC1C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29075"/>
            <a:ext cx="800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97C524-A5ED-4A8D-958C-CB30AF6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862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96B127-5C6F-49ED-A3E7-57B9B66F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958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A90CF4-4D87-4E8B-90D4-3365BD36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62475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Tools Attached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96713C-9DCE-4F11-91AC-44963BE8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958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34F829-52B7-41DC-8021-1957DF7F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624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execute, task | parser=hermes | prompt_tokens...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6CFACD-664F-46E4-9DE9-22AA4FFF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958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2751DC-A460-4732-BF4B-5CBF648E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execute, task | parser=hermes | prompt_tokens...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D592A3-8AFB-4502-9216-15A204C5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95800"/>
            <a:ext cx="95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3167F2-F7D0-40F1-893A-179F865A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62475"/>
            <a:ext cx="800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5F6270-B722-4903-8739-19E28682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96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AFEF3C-21BD-4C86-9200-B73C6463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F1D3EC-D317-4B26-AC22-86C46576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Runtime Prepared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8A0A6D-57B2-4745-BE4D-42BCE38F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292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9F8944-CC6A-48DA-8FB8-7E4CABB8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958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2D2164-5188-41BD-B655-6D138C30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292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B36151-5B40-4FAF-BA90-1716A27F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958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F59E59-28D8-42E9-91FA-F66165E7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029200"/>
            <a:ext cx="95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9C1E7D-662A-4A88-8B01-9A6CFE73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095875"/>
            <a:ext cx="800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A7ABF2-0C37-401B-B2E2-C0565C8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530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1CF149-DF8F-4BD3-AEC6-2DD710EB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626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27FB17-5E6D-4C50-BFC8-93409754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29275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Behavior Recorded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B63FCC-800E-410A-927D-C5DE4BC9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626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AFB685-795F-4B2B-B2E5-DA79F485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292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finish_reason=length | workspace_changed=False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0C6B629-449B-4506-AC64-16142933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626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8A72020-D110-4D4E-9631-74B8A975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29275"/>
            <a:ext cx="384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workspace_changed=False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26CA2C-2A85-429C-A8EC-FF0F9651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62600"/>
            <a:ext cx="95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B3BBD8-6E85-48F0-9990-B00F87AA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29275"/>
            <a:ext cx="800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2066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EB6EEC1-932C-4A8C-9A5A-ED9F51E5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864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AF74F3-11CD-479E-9988-5096C43B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10C83E2-A887-475D-83B8-D5E23115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E21D99A-666C-4DFB-8C0A-E9AF6349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75136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13F37-61D5-4267-9488-B1F6E7D6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FD1A7-4105-465C-88FC-016A7872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684D1-F4FE-48B3-84B5-F0D260CC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MAJOR TRANSFORMATIONS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DF6DF-B3FD-4B96-B28C-E6DF944E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Three grouped changes explain most of the payload evolution.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F44D8-7A4D-449F-A052-10637243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247A4-D6C8-47F2-B473-5E700396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Task -&gt;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CB971-4B88-42E0-9A92-56D87CD8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Raw task fields become one runnable prompt string.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6B9C6-B7D9-43F4-A22C-5DFDC110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1CAC7-0396-4FEF-87E8-07153C2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task payload with repo, base_commit, problem_statement, require...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0DC45-C665-486A-834D-E336C755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925E8-2608-4DBF-BD8B-4101F854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single formatted prompt string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08032-4F96-4AA1-9289-44365223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16605-18DF-4D38-9E56-69811BB2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Prompt -&gt;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17E6D-0796-4D7D-BEAA-F9DEFFC6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Prompt content stays stable while request and system context are layered 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51E49-0636-4A2E-B840-BD90672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24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63A31-9A48-4D44-BED7-82BDDB2C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request envelope with model, messages, request_context, agent_h...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F4D23-1E09-433E-82EF-7F1408AB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4E47F-FFD2-4807-8029-6289B3B1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291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request envelope plus system prompt and Deep Agents behavior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7963F-5153-44D0-89B6-F89A305F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E1DD5-D5FF-49A2-82C4-6E2FEEC2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Runtime -&gt; Behavior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DD79A-40AF-4609-B5E4-4CAE72A7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Tool/runtime fields and preprocessing metrics lead into final behavior shape.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27D5F-2C07-4C7B-B045-C9BAF36C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3A902-AFAA-4BB7-B0FA-6E53172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tool-capable request with expected tools and parser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6220E-8E8B-4687-9B7D-FEB36E3D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195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96382-B7BA-41D1-BD7A-3A2F949F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runtime-prepared request with token and cache measurements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C769F-E972-408B-8D1D-92ED804D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0DCEC-1B6A-430B-86A8-E3BAD216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244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response/transcript with tool calls, tool results, finish reaso...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E3F6A6-7048-497C-A2FA-1E2F9C33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This slide is the fast read: construct the prompt, wrap the request, attach runtime context, then record behavior.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71EE45-E8AB-4D74-B8B8-16BA5DFB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BB48A2-0781-4B27-B959-91B4C2B9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3AD75-5E50-436C-B05B-E3DAAEE3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3684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2026-05-18T17:55:08.4390000Z</dcterms:created>
  <dcterms:modified xsi:type="dcterms:W3CDTF">2026-05-18T17:55:08.4390000Z</dcterms:modified>
</coreProperties>
</file>
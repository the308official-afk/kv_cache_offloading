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hints travel in a Dynamo + SGLang request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12064" y="786384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2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sees the prompt; Dynamo and SGLang use nvext.agent_hints to serve it smarter.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2788920" cy="3977640"/>
          </a:xfrm>
          <a:prstGeom prst="roundRect">
            <a:avLst>
              <a:gd name="adj" fmla="val 5902"/>
            </a:avLst>
          </a:prstGeom>
          <a:solidFill>
            <a:srgbClr val="FFF9F1"/>
          </a:solidFill>
          <a:ln w="13970">
            <a:solidFill>
              <a:srgbClr val="D6C3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645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Typical request body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49808" y="1975104"/>
            <a:ext cx="2514600" cy="2606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E2A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E2A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"messages": [prompt],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E2A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"max_tokens": 512,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E2A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"nvext": {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E2A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"agent_hints": {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E2A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"priority": 10,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E2A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"osl": 512,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E2A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"speculative_prefill": true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E2A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E2A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E2A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804672" y="464515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2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messages = what the model reads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6B62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nvext = serving instructions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703320" y="3337560"/>
            <a:ext cx="521208" cy="0"/>
          </a:xfrm>
          <a:prstGeom prst="line">
            <a:avLst/>
          </a:prstGeom>
          <a:noFill/>
          <a:ln w="29210">
            <a:solidFill>
              <a:srgbClr val="B78C56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126480" y="3337560"/>
            <a:ext cx="530352" cy="0"/>
          </a:xfrm>
          <a:prstGeom prst="line">
            <a:avLst/>
          </a:prstGeom>
          <a:noFill/>
          <a:ln w="29210">
            <a:solidFill>
              <a:srgbClr val="B78C56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567928" y="3337560"/>
            <a:ext cx="411480" cy="0"/>
          </a:xfrm>
          <a:prstGeom prst="line">
            <a:avLst/>
          </a:prstGeom>
          <a:noFill/>
          <a:ln w="29210">
            <a:solidFill>
              <a:srgbClr val="B78C56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251960" y="2057400"/>
            <a:ext cx="1783080" cy="2560320"/>
          </a:xfrm>
          <a:prstGeom prst="roundRect">
            <a:avLst>
              <a:gd name="adj" fmla="val 9231"/>
            </a:avLst>
          </a:prstGeom>
          <a:solidFill>
            <a:srgbClr val="EFE3D1"/>
          </a:solidFill>
          <a:ln w="13970">
            <a:solidFill>
              <a:srgbClr val="8B735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16552" y="2221992"/>
            <a:ext cx="384048" cy="384048"/>
          </a:xfrm>
          <a:prstGeom prst="ellipse">
            <a:avLst/>
          </a:prstGeom>
          <a:solidFill>
            <a:srgbClr val="8B735E"/>
          </a:solidFill>
          <a:ln w="12700">
            <a:solidFill>
              <a:srgbClr val="8B735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228142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910328" y="2221992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Client / agent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453128" y="2633472"/>
            <a:ext cx="1380744" cy="1874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C46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Builds the request with normal fields plus nvext.agent_hints.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6675120" y="2057400"/>
            <a:ext cx="1783080" cy="2560320"/>
          </a:xfrm>
          <a:prstGeom prst="roundRect">
            <a:avLst>
              <a:gd name="adj" fmla="val 9231"/>
            </a:avLst>
          </a:prstGeom>
          <a:solidFill>
            <a:srgbClr val="FFF9F1"/>
          </a:solidFill>
          <a:ln w="13970">
            <a:solidFill>
              <a:srgbClr val="B78C5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39712" y="2221992"/>
            <a:ext cx="384048" cy="384048"/>
          </a:xfrm>
          <a:prstGeom prst="ellipse">
            <a:avLst/>
          </a:prstGeom>
          <a:solidFill>
            <a:srgbClr val="B78C56"/>
          </a:solidFill>
          <a:ln w="12700">
            <a:solidFill>
              <a:srgbClr val="B78C5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39712" y="228142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333488" y="2221992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Dynamo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876288" y="2633472"/>
            <a:ext cx="1380744" cy="1874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C46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Reads hints, queues the request, picks a worker, then forwards supported metadata.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9006840" y="2057400"/>
            <a:ext cx="1737360" cy="2560320"/>
          </a:xfrm>
          <a:prstGeom prst="roundRect">
            <a:avLst>
              <a:gd name="adj" fmla="val 9474"/>
            </a:avLst>
          </a:prstGeom>
          <a:solidFill>
            <a:srgbClr val="EFE3D1"/>
          </a:solidFill>
          <a:ln w="13970">
            <a:solidFill>
              <a:srgbClr val="5C7A6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71432" y="2221992"/>
            <a:ext cx="384048" cy="384048"/>
          </a:xfrm>
          <a:prstGeom prst="ellipse">
            <a:avLst/>
          </a:prstGeom>
          <a:solidFill>
            <a:srgbClr val="5C7A63"/>
          </a:solidFill>
          <a:ln w="12700">
            <a:solidFill>
              <a:srgbClr val="5C7A6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71432" y="228142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665208" y="222199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SGLang worker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208008" y="2633472"/>
            <a:ext cx="1335024" cy="1874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C46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Runs prefill/decode, schedules locally, and stores reusable KV prefixes.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11064240" y="2779776"/>
            <a:ext cx="804672" cy="1097280"/>
          </a:xfrm>
          <a:prstGeom prst="cloud">
            <a:avLst/>
          </a:prstGeom>
          <a:solidFill>
            <a:srgbClr val="E9F0E9"/>
          </a:solidFill>
          <a:ln w="12700">
            <a:solidFill>
              <a:srgbClr val="5C7A6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137392" y="3063240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7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KV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5C7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cache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0771632" y="3337560"/>
            <a:ext cx="246888" cy="0"/>
          </a:xfrm>
          <a:prstGeom prst="line">
            <a:avLst/>
          </a:prstGeom>
          <a:noFill/>
          <a:ln w="29210">
            <a:solidFill>
              <a:srgbClr val="B78C56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0" y="6172200"/>
            <a:ext cx="12191695" cy="685800"/>
          </a:xfrm>
          <a:prstGeom prst="rect">
            <a:avLst/>
          </a:prstGeom>
          <a:solidFill>
            <a:srgbClr val="E6D5BE"/>
          </a:solidFill>
          <a:ln w="12700">
            <a:solidFill>
              <a:srgbClr val="E6D5BE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635508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Simple mental model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2606040" y="6355080"/>
            <a:ext cx="9052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5C46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Dynamo decides where/when the request runs.  SGLang executes it and manages local KV cache behavior.</a:t>
            </a:r>
            <a:endParaRPr lang="en-US" sz="1320" dirty="0"/>
          </a:p>
        </p:txBody>
      </p:sp>
      <p:sp>
        <p:nvSpPr>
          <p:cNvPr id="32" name="Shape 30"/>
          <p:cNvSpPr/>
          <p:nvPr/>
        </p:nvSpPr>
        <p:spPr>
          <a:xfrm>
            <a:off x="6931152" y="4818888"/>
            <a:ext cx="0" cy="566928"/>
          </a:xfrm>
          <a:prstGeom prst="line">
            <a:avLst/>
          </a:prstGeom>
          <a:noFill/>
          <a:ln w="17780">
            <a:solidFill>
              <a:srgbClr val="B78C5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97880" y="54406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78C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Hints are metadata — not prompt text.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Hints Travel in Dynamo + SGLang</dc:title>
  <dc:subject>Dynamo + SGLang hint request flow</dc:subject>
  <dc:creator>OpenAI</dc:creator>
  <cp:lastModifiedBy>OpenAI</cp:lastModifiedBy>
  <cp:revision>1</cp:revision>
  <dcterms:created xsi:type="dcterms:W3CDTF">2026-07-20T16:31:31Z</dcterms:created>
  <dcterms:modified xsi:type="dcterms:W3CDTF">2026-07-20T16:31:31Z</dcterms:modified>
</cp:coreProperties>
</file>
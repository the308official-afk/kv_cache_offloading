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e07cde66f4649c9" Type="http://schemas.openxmlformats.org/package/2006/relationships/metadata/core-properties" Target="docProps/core.xml"/><Relationship Id="Re86d14a93b4f4d19" Type="http://schemas.openxmlformats.org/officeDocument/2006/relationships/extended-properties" Target="docProps/app.xml"/><Relationship Id="Rec767afa649e464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8ea95f23e42d8"/>
  </p:sldMasterIdLst>
  <p:notesMasterIdLst>
    <p:notesMasterId xmlns:r="http://schemas.openxmlformats.org/officeDocument/2006/relationships" r:id="R8e71ca30743a42bf"/>
  </p:notesMasterIdLst>
  <p:sldIdLst>
    <p:sldId xmlns:r="http://schemas.openxmlformats.org/officeDocument/2006/relationships" id="256" r:id="R793c8f992715436e"/>
    <p:sldId xmlns:r="http://schemas.openxmlformats.org/officeDocument/2006/relationships" id="257" r:id="Rf207b0a559ca45f2"/>
    <p:sldId xmlns:r="http://schemas.openxmlformats.org/officeDocument/2006/relationships" id="258" r:id="R3db2c5b5e7d14b00"/>
    <p:sldId xmlns:r="http://schemas.openxmlformats.org/officeDocument/2006/relationships" id="259" r:id="R517e4c89823d43f3"/>
    <p:sldId xmlns:r="http://schemas.openxmlformats.org/officeDocument/2006/relationships" id="260" r:id="R6e26323cfa4c4f3f"/>
    <p:sldId xmlns:r="http://schemas.openxmlformats.org/officeDocument/2006/relationships" id="262" r:id="Rcbbc69489ad748d2"/>
    <p:sldId xmlns:ns0="http://schemas.openxmlformats.org/officeDocument/2006/relationships" id="270" ns0:id="rId20"/>
    <p:sldId xmlns:ns0="http://schemas.openxmlformats.org/officeDocument/2006/relationships" id="271" ns0:id="rId21"/>
    <p:sldId xmlns:r="http://schemas.openxmlformats.org/officeDocument/2006/relationships" id="263" r:id="R46a4316e15ba49c1"/>
    <p:sldId xmlns:r="http://schemas.openxmlformats.org/officeDocument/2006/relationships" id="264" r:id="Rb58f983638004103"/>
    <p:sldId xmlns:r="http://schemas.openxmlformats.org/officeDocument/2006/relationships" id="265" r:id="R8714b87761c844b0"/>
    <p:sldId xmlns:r="http://schemas.openxmlformats.org/officeDocument/2006/relationships" id="266" r:id="Ra3831c2bcf62425b"/>
    <p:sldId xmlns:r="http://schemas.openxmlformats.org/officeDocument/2006/relationships" id="267" r:id="Ra4d62c5824da47bb"/>
    <p:sldId xmlns:r="http://schemas.openxmlformats.org/officeDocument/2006/relationships" id="268" r:id="R1a7058b07e694a19"/>
    <p:sldId xmlns:r="http://schemas.openxmlformats.org/officeDocument/2006/relationships" id="269" r:id="R7f71fabc932240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1a7058b07e694a19" Type="http://schemas.openxmlformats.org/officeDocument/2006/relationships/slide" Target="slides/slide14.xml"/><Relationship Id="R28c5c7c3aa644b3b" Type="http://schemas.openxmlformats.org/officeDocument/2006/relationships/presProps" Target="presProps.xml"/><Relationship Id="R3db2c5b5e7d14b00" Type="http://schemas.openxmlformats.org/officeDocument/2006/relationships/slide" Target="slides/slide3.xml"/><Relationship Id="R46a4316e15ba49c1" Type="http://schemas.openxmlformats.org/officeDocument/2006/relationships/slide" Target="slides/slide9.xml"/><Relationship Id="R517220ff9ac74cf7" Type="http://schemas.openxmlformats.org/officeDocument/2006/relationships/tableStyles" Target="tableStyles.xml"/><Relationship Id="R517e4c89823d43f3" Type="http://schemas.openxmlformats.org/officeDocument/2006/relationships/slide" Target="slides/slide4.xml"/><Relationship Id="R547ba60eb7154629" Type="http://schemas.openxmlformats.org/officeDocument/2006/relationships/theme" Target="theme/theme1.xml"/><Relationship Id="R5ef8ea95f23e42d8" Type="http://schemas.openxmlformats.org/officeDocument/2006/relationships/slideMaster" Target="slideMasters/slideMaster1.xml"/><Relationship Id="R6e26323cfa4c4f3f" Type="http://schemas.openxmlformats.org/officeDocument/2006/relationships/slide" Target="slides/slide5.xml"/><Relationship Id="R793c8f992715436e" Type="http://schemas.openxmlformats.org/officeDocument/2006/relationships/slide" Target="slides/slide1.xml"/><Relationship Id="R7f71fabc93224096" Type="http://schemas.openxmlformats.org/officeDocument/2006/relationships/slide" Target="slides/slide15.xml"/><Relationship Id="R8714b87761c844b0" Type="http://schemas.openxmlformats.org/officeDocument/2006/relationships/slide" Target="slides/slide11.xml"/><Relationship Id="R898aa5ae461644fe" Type="http://schemas.openxmlformats.org/officeDocument/2006/relationships/viewProps" Target="viewProps.xml"/><Relationship Id="R8e71ca30743a42bf" Type="http://schemas.openxmlformats.org/officeDocument/2006/relationships/notesMaster" Target="notesMasters/notesMaster1.xml"/><Relationship Id="Ra3831c2bcf62425b" Type="http://schemas.openxmlformats.org/officeDocument/2006/relationships/slide" Target="slides/slide12.xml"/><Relationship Id="Ra4d62c5824da47bb" Type="http://schemas.openxmlformats.org/officeDocument/2006/relationships/slide" Target="slides/slide13.xml"/><Relationship Id="Rb58f983638004103" Type="http://schemas.openxmlformats.org/officeDocument/2006/relationships/slide" Target="slides/slide10.xml"/><Relationship Id="Rcbbc69489ad748d2" Type="http://schemas.openxmlformats.org/officeDocument/2006/relationships/slide" Target="slides/slide6.xml"/><Relationship Id="Rf207b0a559ca45f2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5f41195b8b824f8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f8adeccc92d48a3" Type="http://schemas.openxmlformats.org/officeDocument/2006/relationships/slide" Target="../slides/slide1.xml"/><Relationship Id="Ra2c56da2951043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96a132b8ec941be" Type="http://schemas.openxmlformats.org/officeDocument/2006/relationships/notesMaster" Target="../notesMasters/notesMaster1.xml"/><Relationship Id="Rf6736db0d11741a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b0a95021028424a" Type="http://schemas.openxmlformats.org/officeDocument/2006/relationships/notesMaster" Target="../notesMasters/notesMaster1.xml"/><Relationship Id="Rb05db4a2154b4d2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173fef161b5487a" Type="http://schemas.openxmlformats.org/officeDocument/2006/relationships/slide" Target="../slides/slide4.xml"/><Relationship Id="R9911e2674a974e1a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ce4c15c38a24ffa" Type="http://schemas.openxmlformats.org/officeDocument/2006/relationships/notesMaster" Target="../notesMasters/notesMaster1.xml"/><Relationship Id="Rf39cc918e9b54ef9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66f64d18af7a4247" Type="http://schemas.openxmlformats.org/officeDocument/2006/relationships/notesMaster" Target="../notesMasters/notesMaster1.xml"/><Relationship Id="R72785da2fd1543a3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5473f06c5cef421e" Type="http://schemas.openxmlformats.org/officeDocument/2006/relationships/slide" Target="../slides/slide9.xml"/><Relationship Id="Re046695df14345b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215c7658a134d07" Type="http://schemas.openxmlformats.org/officeDocument/2006/relationships/notesMaster" Target="../notesMasters/notesMaster1.xml"/><Relationship Id="R3b6999fc99844569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8d4f8bc7f0bd42ed" Type="http://schemas.openxmlformats.org/officeDocument/2006/relationships/notesMaster" Target="../notesMasters/notesMaster1.xml"/><Relationship Id="Re6982f1093d84883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252fd1d8770e464b" Type="http://schemas.openxmlformats.org/officeDocument/2006/relationships/slide" Target="../slides/slide12.xml"/><Relationship Id="R6188af24e3f54e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a6c554b604774ec4" Type="http://schemas.openxmlformats.org/officeDocument/2006/relationships/notesMaster" Target="../notesMasters/notesMaster1.xml"/><Relationship Id="Rceb10b2cb50e4814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0accd8df757a4079" Type="http://schemas.openxmlformats.org/officeDocument/2006/relationships/slide" Target="../slides/slide14.xml"/><Relationship Id="R67367f1f60ad429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a9e03d046ea48af" Type="http://schemas.openxmlformats.org/officeDocument/2006/relationships/slide" Target="../slides/slide15.xml"/><Relationship Id="Rb7562a0ba819465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644b370554004ff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1080db32804514" Type="http://schemas.openxmlformats.org/officeDocument/2006/relationships/theme" Target="../theme/theme1.xml"/><Relationship Id="R46c749db1dbe41a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749db1dbe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4f53e8d3b4784718" Type="http://schemas.openxmlformats.org/officeDocument/2006/relationships/slideLayout" Target="../slideLayouts/slideLayout2.xml"/><Relationship Id="Rc1500be1a6b84e6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e30f87a021242d1" Type="http://schemas.openxmlformats.org/officeDocument/2006/relationships/notesSlide" Target="../notesSlides/notesSlide2.xml"/><Relationship Id="Rcbf378cc2733485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7f200eb1cfed494a" Type="http://schemas.openxmlformats.org/officeDocument/2006/relationships/slideLayout" Target="../slideLayouts/slideLayout2.xml"/><Relationship Id="Rcd2c48d53ada407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9b5e7b452e8447c" Type="http://schemas.openxmlformats.org/officeDocument/2006/relationships/slideLayout" Target="../slideLayouts/slideLayout2.xml"/><Relationship Id="R72cb0def8a5741e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4c32f3d76624be3" Type="http://schemas.openxmlformats.org/officeDocument/2006/relationships/slideLayout" Target="../slideLayouts/slideLayout2.xml"/><Relationship Id="R74c7d5f0049d449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d69b09414634a9c" Type="http://schemas.openxmlformats.org/officeDocument/2006/relationships/notesSlide" Target="../notesSlides/notesSlide7.xml"/><Relationship Id="Ra28ba13ca79d4474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b7243d39766a4677" Type="http://schemas.openxmlformats.org/officeDocument/2006/relationships/notesSlide" Target="../notesSlides/notesSlide8.xml"/><Relationship Id="Rf0b602b57cef424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068c3109878d4e55" Type="http://schemas.openxmlformats.org/officeDocument/2006/relationships/slideLayout" Target="../slideLayouts/slideLayout2.xml"/><Relationship Id="R0ebdf7d25c254fc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2e1f9692f8374a5b" Type="http://schemas.openxmlformats.org/officeDocument/2006/relationships/notesSlide" Target="../notesSlides/notesSlide10.xml"/><Relationship Id="R5bb4ae5a1a96424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3266088cfc47470c" Type="http://schemas.openxmlformats.org/officeDocument/2006/relationships/notesSlide" Target="../notesSlides/notesSlide11.xml"/><Relationship Id="R77702c0a8238463b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5ee56a9d5f61424a" Type="http://schemas.openxmlformats.org/officeDocument/2006/relationships/notesSlide" Target="../notesSlides/notesSlide12.xml"/><Relationship Id="R6cb7ddbb299f4b7b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7045208368454abd" Type="http://schemas.openxmlformats.org/officeDocument/2006/relationships/slideLayout" Target="../slideLayouts/slideLayout2.xml"/><Relationship Id="Rf99a30465d4b4e0a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1c9fcc6cbeba4f0b" Type="http://schemas.openxmlformats.org/officeDocument/2006/relationships/slideLayout" Target="../slideLayouts/slideLayout2.xml"/><Relationship Id="R4467874fce214fc6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499F0-7CD8-4D07-AB20-B8DD6A5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584C-1FB9-415F-B4DC-96ACC66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3992E-6D3E-47AB-8B8A-29EACE88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F055-F305-4FB2-90E4-6EB81EA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85824-5C85-48E8-892C-FD76CED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A2BA-850D-4A03-BD1F-A743B4A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6384-7771-4581-997D-CFC192A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452C-8EB7-450C-AC59-51454DF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2F26-2FFC-4B6F-ABA7-02BD6C3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63808-92FB-4888-BD3B-61707F0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527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6A12-055F-492B-98DB-D5BDEB9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F8F63-B324-4069-A7D9-59A54EA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174DF-4A8E-48E4-9028-EA7CCFB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D7518-C0DD-4F0A-B2AC-B68B93D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DB818-B387-4947-9AFC-20724C3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432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40FC-5465-4192-81A0-0E9EC4F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C3C7F-A5F1-4DF7-A0B1-872D59C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8BACD-74D4-4525-90D9-6A1233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96C06-0D40-4BCB-A706-849861F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86A5C-3A8E-4A9C-A08C-4D53953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338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15F13-8E4C-43F8-89CE-70F465B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A4874-5D47-4E98-B94A-04094B3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E6B35-A37D-4DE3-822A-83EDE0C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037AB-1253-4B50-89DB-3416639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473E5-C93E-4469-97E9-8633D80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6D225-8D7D-424D-B48A-01FAA73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BC3A1-FFE5-4C4C-85D3-C3BB923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15658-5A7F-47E4-8BDE-D3DEDA0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ABE0E-8BA4-4A8D-8E5E-4F5A51B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53AA3-9847-43BC-9B7C-8FE2F543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149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B9934-7D00-4348-A21E-C9723B9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A3EB8-7424-413F-9DB5-FE0DEBE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C7BAD-D809-4912-A748-09F38CE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BE6B1-DBC7-4548-BDF7-15D72E5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16534-8BB9-4AAF-8597-64CCDA7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31CDA-4754-4DA2-8599-E9B6F26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6D2C8-FF38-448A-9C0D-49B55EAA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9DFE8-4C98-4638-87B3-959C751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2E726A-01A2-428F-B1D1-D001D67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29928-67D7-45E7-AB14-17EF397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B3A5D-B147-49E0-B7D8-DCCC09F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AEDB8B-0EF9-4F86-90CD-C6B346B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2543A-D1C9-43ED-BFB1-85E6201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387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C62120-1664-4E0C-A5CC-90A2BCF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BB4FE-0472-4592-B306-F351F3E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3D3F3B-1FBB-417A-B5BA-505FBA3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54251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E63CA-FB1C-4F8F-8CB7-7A808E5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868ED-8959-4E5F-8126-3751514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24611-9AFA-4542-B682-0FD5C86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785F1-14E4-4944-A576-7ED4AA8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BAB7F-0E43-4997-BE0A-DD4B2A1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DA63-E40F-4BCF-87A9-8190B08D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8C366-B84B-43B3-8C57-29BFDF5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89630-A11B-44D1-BA8E-279ECC3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45FA-6BFE-4322-8CBB-EDB023AC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9BF2F-268B-4911-B387-E743E41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69148-F1F0-4D86-9414-16B5E24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51AF-AB48-489E-B6B4-695ACCE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C35D-B2CB-4C4C-9867-B3597BF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95218-A0A2-41BA-A75B-DBB9AAB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DC57A-40FB-4848-AB2D-C34DFE0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B8B13-B880-48B9-B131-87459F5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CE75-5EE1-49B8-B0DD-BD3E585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0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92004-A49B-491B-BF9D-D507454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9094C-69D3-47C2-B013-D4BA103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AC7D7-24B9-4ACC-B373-2D6AEB7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BF90C-C4BF-4E16-BE1A-92FD3ED4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D2146-D969-41B0-9F46-137F6EA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A0AE9-28E7-4024-B3D4-6C366F8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40536-4854-414F-98AC-B1E5D2F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0773-2D44-431F-9003-382F0B4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2E934-9E79-42D7-A224-385484A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DB612-75BB-406A-B6A1-1B6DD73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3EF6E-87AF-4ED4-B422-F4CAFFB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2345D-0E00-4154-8FE7-FB18644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9DE1F-2A4A-47DB-85BE-B229A33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62C51-AFF4-4492-95A3-58D1668A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06B86-11DC-4053-AB0F-5E9C3095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ADDE5-3D05-4AAC-9438-AB12BF4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DA045-7D33-418E-9AFC-732E15A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C46FE-5947-47AA-8478-18E39D2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04F5C5-9DAF-40EA-8D6A-3F50E7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58E9A-3090-4FA4-B9F1-25C3E7C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47F9E-945A-4027-BE4D-E7704E8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71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24321-AEF7-4139-8F9E-9A4975F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4C947-1CA5-4CC5-AD56-A92DC77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BF5821-167F-4A43-AB98-E2F143C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EC1554-A5A9-4B7A-8439-915FA87E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462F85-5D1A-42FD-AF02-F2279DC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8FDAAC-400D-4DD7-A196-A17CA3A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A730D-B7F3-45F0-8E2E-DB2DCCEC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95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73990-16D8-492C-B8BC-7F61CBD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95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2EA18-7213-4DC3-99C4-CF42D94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899718-3FA5-4FE0-AD0C-EDE9C5A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3C4AF3-FCC5-4E11-9679-A2EF4AF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8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EE2992-14EC-403E-95A7-1B03889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AB7041-DE36-4780-B4BC-826E833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5CBB77-15E2-4CAF-96D9-195DCAF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1A218B-9929-42A9-A297-1FD8645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9C76E-6227-4706-88D6-139A7CA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57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D64556-E103-406B-98EF-0B991C11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819983-B7DD-436A-A11D-03EFD90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FBE408-49BA-4867-8005-4ECD036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4EE2C9-25D4-4739-9EE6-378406FA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7DCC8B-DA47-4066-B072-53D3030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03C83B-FA98-4E54-80CB-0EEE13C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E2E2A4-0708-4E4A-A754-BD6E4D1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38C50D-F1D0-4CE3-B333-FB84E48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19E5B-C89A-49D5-8B7B-EAC182F6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9DAF6C-5E74-47AB-AEA1-1222D28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D83E49-5071-4575-A4FE-5F2CD3F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6B7AF3-D468-485E-BFDD-0C1F528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00675"/>
            <a:ext cx="525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833EA2-1AB2-4BA9-B623-59C6C7E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D9553B-01CF-4A8D-9E46-0B612A3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DC5DE2-FB37-4AAA-AC95-FFE4691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94D1AB-C4F1-47BA-959B-2FE56F8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A57831-0FE6-4A4C-8357-9FEFFB0D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C40F32-6F3D-42E5-97C3-3CE02B7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AA7858-F1B5-4472-BBCA-64BCB47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0F9759-961A-467C-8368-1FF41F6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F3108B-F446-40A9-A319-4545C86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472D95-B889-4E18-BE70-166AE08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6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CC3253-36F7-4CE0-9316-626CC7D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 (local helper script)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862B63-6026-4FBF-B66C-4EC19D1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006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FAF3F3-0782-4D86-A1E0-6DAC3A7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6F4C88-9593-4F8E-9134-B3E8D7D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623F57-4CD8-4132-8D10-58DAC8F2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7D1FEC-7130-4542-BF1D-00E79BE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61313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283EC-D9CF-47E7-ABCF-73E367FE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46AAD-05E9-4379-8F83-587B947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A3B9B-08DF-4E12-A0E5-60D7DD61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CAA11-D6A9-4598-A183-5F81A677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E462F-2BD6-4415-8DEF-E1C4EF8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76D4E-8383-4800-878A-56E0A14A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7B8B-F8BF-40CD-96F1-A17173C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0C6E-CBD4-4CC7-BDFE-C99F868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96CDF-25D1-40A4-A899-9F01428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DE2D8-C900-4277-BFBE-E05469A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775F9-B243-45B6-85FE-F773EDCF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2A804-A367-49B9-BA12-839BE77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2052-9640-4E2E-A84B-93ACDFC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94259-5476-4632-98D7-8091E23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14C13-EE05-44EE-B3B1-F0398C24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599CF-2027-48A7-A297-F4B1971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03C17-7A2B-4463-A749-C17C79B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56695-D4E2-47A0-B84C-3A1A52F9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4D395-82ED-4110-B927-CAB6A0A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9F305-0185-45EC-AB16-FC800E6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FDB05-FBCC-4FD3-A5AC-40FC7B9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38B9B-8D32-4807-BBF8-03AF9EC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781B-14F9-40D2-95CB-246DA3B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D2502-D847-4C6F-AC5B-3E266C9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C6F82-705C-443D-AD02-250B316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AAB8C-8640-4B49-9D55-C123165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next slide shows the exact NodeBB issue that traveled through the pipeline.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66346-25BC-461D-9F84-D57B72A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7210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DAC24-AD27-4CF9-86DB-D15A125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8E9C4-4067-4F80-B4B3-D21CC15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748DF-3AAD-43EE-9306-79C39A16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29418-B653-447B-A3E9-49A928A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8236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BB5D0-B601-4EA4-8FC3-38E16E2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021B1-824D-4EBA-8134-AECD375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988CE-3858-4122-BED9-4CBF02C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347F-6118-4E37-87DA-1709B19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task asked the agent to fix a real NodeBB email validation bug.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130C9-30C2-4E56-92B2-234E5230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concrete work item that entered the pipeline before it became a prompt, then a model request, then runtime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4E04-D9F8-4103-A5D3-672BA93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325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B3120-766C-416C-BD5D-AFF84B44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E2C2-6001-4623-8E28-CD8125E2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model 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F1C1-E036-49C6-8973-63B2F44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Qwen/Qwen2.5-7B-Instruct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52416-D419-4561-865F-810EA23C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20804-35F4-48A3-AA30-1A77E92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17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44E5-4E7B-4471-B03F-39DD0C6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entered the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46978-A2BA-4A9C-954D-ED76C49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B1891-A319-4E4E-8D01-42C1C173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NodeBB/NodeBB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D5F16-58F7-432F-8FF9-5202A2B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 title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2F961-2E1B-4C20-B94D-8FC5291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Email Validation Status Not Handled Correctly in ACP and Confirmation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AF2FB-2579-4EEA-A82C-CF036E2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00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in simple 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A1FE8-812B-4E1F-9C74-80D64A5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82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 NodeBB's Admin Control Panel, email validation status could show incorrectly, and admin actions like validate or resend email could fail when confirmation keys expired or email data was missing.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7C491-642C-4603-BD3A-8FC13E90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52EAD-F5C2-4C60-9852-A5368D9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911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test/database.js, test/database/keys.js, test/user/emails.js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0DF1C-FF22-43C1-A65F-1B15606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0E044-4662-4DED-8FEC-173D493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5C722-88BC-4B7C-9F1D-3C4548C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was going wrong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C2608-DB5B-4E3F-B4F7-1007F35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2D0C3-A11A-4CEF-A339-1B47D89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5D393-1D44-486D-B05B-2FCA088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Expired confirmation keys blocked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36F0B-8CF9-4B7A-BD72-F542D4D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027EE-3FCF-4C5F-AA2E-18DF7F2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DEF6D-4A17-427D-8459-31810B2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ACP status could be unclear or wrong.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D39B3-65A2-4B24-AE05-D9C7522C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1D675-6743-46A4-98FD-0284FF6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E5D16-372A-4924-ACF2-5D2EEFA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and resend actions could fail.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BC228-2AA8-43C1-95BB-D983471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29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915EF-92D2-48DE-944C-D4E139AD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86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BD651-4C96-4EE8-BBCE-B3D10A5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291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 lookup needed a safer fallback path.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4F6366-5FFA-4E8F-9CE8-F2DFF5C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292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areas: database adapters + user email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AE5E1E-328F-40B5-9450-73066E0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646F35-859A-4170-9BEF-3A42A84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188CC-943A-4DBE-BDFA-B55EE22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the agent was asked to fix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E1F202-699A-46A4-A43D-64DE4DC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696BBB-42E4-4135-9AF3-BEEEAD8B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BC437-EAF0-42C7-B80B-3A7DEBA2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3937C5-BB55-4503-AC5F-220B49C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908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Show correct 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AA0A84-0121-49BB-979A-E653A50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432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Attach pending and expired flags to users.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4185AF-FCD4-4DDF-88F3-17C3EB3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1FF84-E005-40DA-A552-6061A61D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B8306-D1EA-4180-B6E8-F2E5C14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179FCD-C7DC-44A7-96BC-C3D18F1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 batch lookup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6201BD-F1FE-4FE6-AACD-592B8EB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814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db.mget(keys) across database adapters.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D3802E-33E5-4B20-A147-7211B11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573C81-75EA-4240-AEB0-C79C2E1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D2CEF5-BD7C-4AFF-81B6-43292272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1A89D-B881-4D75-9EA6-CFABAC0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 validation email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4412C-5638-49F4-92A0-275E3BB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95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 email from profile or confirmation data.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600420-EBBC-4C3C-BCC1-7A24A8C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10478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644520-2B39-468D-AB44-D539D0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66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4DD61A-86D4-4A03-BEB4-745F4B7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0C17A2-86DD-462A-B0BB-E218736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explicit expiry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312B43-E425-4B4D-8DE2-EC71C6D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577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timestamp-based confirmation expiry.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A124F2-02C1-48C6-85F9-D6F3E0F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673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208DD-C3A8-4207-B44E-146DCF0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Next: watch this task become a prompt, request, runtime record, and behavior trace.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B5522-BB14-4D15-B07D-ECA1F21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2599B7-AAEB-4D11-B641-E7BE1FC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4E41BD-2CE3-423E-8845-34D83C84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9820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9D8CA-0E69-4C58-93C9-3394D477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89F0A-B285-4A45-AECC-02EA8FD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7649-B806-4314-8C5E-0070465B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72171-FF73-4AF8-987C-C072BC1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map shows the five handoffs we will inspect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1C62-1DDA-40AF-BEA2-AD04D7D9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this as the audience map: each row below is one handoff. The next slide explains the journey in simple words, then slides 7-11 show the before/after payload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6E63F-4C00-4AB5-90B6-798230B5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6D9BE-5967-4F4F-986D-BE4A7A3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C198-8194-4D64-9777-900C828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AB716-AE28-4439-9814-5C89259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F66E8-78B9-4516-B498-2CCD789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9AEBB-177C-4087-8A94-C2779BE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From -&gt; 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C733E-7474-45EF-8B32-D4E4E38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90FE-E9C6-4C87-ACCB-9659F0C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758A-6A88-4652-B1B6-9CCC2CC5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8332-8668-49B6-847A-5120456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20B3-0523-4EC7-951A-7BD929C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FE08C-42B7-4852-9B15-3ECF7C6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57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DCA7A-A74C-4DDE-9545-ADDB3360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8622B-FC9F-4A0C-8719-775D9EE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8E5A2-BD2D-4A09-AD83-B73D29E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Slide 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C6422-8533-4BFB-B67C-801B643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1 of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14424-E6F2-4963-8CAD-CC24A88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-&gt;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57ACE-3E03-4B0F-8453-ED1A9A63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E0123-253C-4A25-BB33-A2CC6C3C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Loaded -&gt; Prompt Built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E704B-E94C-4668-8951-5DF2C73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prompt. Payload grows by +5,576.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F2E6F-A757-4F03-85F9-44D98035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E4C36-4E10-41F8-89C8-6DD08C4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479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CB899-72E4-4780-A9B0-4285929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E389E-5184-48A0-8C83-AC849DF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BC1A2-7C3B-464B-BC47-1612837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163BF3-3F7D-4061-92AF-2864AE0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Slide 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4348C-05CF-4FCA-88EC-F6BC2BA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2 of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332D2-0228-476C-9510-0943449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-&gt;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384614-93E2-40BC-A842-A074B35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528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7BD29-3CFB-42E1-A271-FA7D09B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Built -&gt; Request Packaged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7F769-0AB6-47D0-8FCB-79F4C45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956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fields: model, messages, request_context, agent_hints.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E83C69-35D7-4BDF-8F1A-7D3EDEB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F51811-C117-4E84-A811-294248B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337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messages, request_context, agent_h...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18A590-F413-47AE-BF11-C6140B6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5550BD-80B0-4261-9B06-E09A0AF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D39A76-0FED-4BD1-A833-A4CC18E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7950A-EFDC-49EF-8281-68DAEE3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Slide 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0D9B9-298E-429B-8A38-0B527EE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11713A-48EE-4728-B7F7-AA75CC7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-&gt; Agent Rules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B09978-0D76-4C17-AC8C-3BF4EC3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CA35F8-0369-409F-B115-DECC0F2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Packaged -&gt; Agent Rules Applied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43A3EF-70B0-4770-9AA4-BEF79BC6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814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33398C-8408-44E0-9A2F-E94BC3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A4119C-8055-4D9C-B33B-774E1D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195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400EC9-C45A-494E-9069-AE1B1B5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022C53-2A9F-4EF2-912F-3D498A2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DBB560-03DE-4E8A-B19F-7C6505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B90D1C-3C1B-41BB-8CCF-DB74056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D28C43-141C-4029-B1AB-F4D3CB8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4F0F00-33DE-4C73-8489-B193D27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-&gt; Runtime Prepared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BA62E4-DDB5-4D43-829B-5A0C86E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244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A9507-B895-4AA0-9D98-009594B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93B010-2421-42CB-B657-F9C7081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672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64E21C-23EF-484C-988C-EE037A7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A310E0-6181-404A-95F1-FB200CD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053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prompt/cache tokens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D718A9-2177-40FF-B8A9-0C91ED53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846D44-16D7-480E-B129-88471EF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07B8AD-7E08-4BAB-AF89-92B005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7B3051-3800-4E9B-BA61-096B941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FC038E-7CBF-4171-B800-F7B5082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9BF7DD-F2C9-487C-BA76-BEFD7A41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-&gt; Behavior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C52C16-7FFD-48B7-B4C4-EF6309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02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68BB99-7319-4295-8A71-587A574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Prepared -&gt; Behavior Recorded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2A9DFB-4174-4931-B453-4EA0600E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53075"/>
            <a:ext cx="2495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602783-F5F0-4937-BDA5-EEE03DD8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007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4FD6D3-9D75-4551-BAAB-C2C9434F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911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response, outcome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237FFD-AC35-4936-B0D1-CF37BCD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7D0F1F-80CB-49E5-AF52-0AF84B6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A904F1-594D-48DD-A9C1-DD5525E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837DB8-6C60-446E-8D50-F68FAE5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13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1 OF 5 | TASK -&gt; PROMPT | PROMPT BUILDER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First, the raw task becomes one prompt object.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Raw benchmark fields become one prompt field.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This is where the task becomes instructions the agent can follow.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field: prompt. Payload grows by +5,576.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Prompt Builder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Prompt Built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8102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40957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ptos Mono"/>
              </a:rPr>
              <a:t>+5,576</a:t>
            </a:r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"repo"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"NodeBB/NodeBB",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"base_commit"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"problem_statement"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"requirements"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"selected_test_files_to_run"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"test/database/keys.js",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"test/user/emails.js"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"workspace_path"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prompt field, lightly truncated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statement:\n**Title: Email Validation Status Not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Handled Correctly in ACP and Confirmation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Logic**\n\n**Description:**\n...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Prompt grew here | user_prompt_lines=114 | user_prompt_chars=6906 | next two slides show the actual prompt field contents.</a:t>
            </a:r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228134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4762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550" y="466725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" y="742950"/>
            <a:ext cx="9334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artifact view of the prompt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23950"/>
            <a:ext cx="11734800" cy="51435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1314450"/>
            <a:ext cx="19050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1314450"/>
            <a:ext cx="1790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1733550"/>
            <a:ext cx="209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905000"/>
            <a:ext cx="1600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2563EB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955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20955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are working on one SWE-bench Pro software engineering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21726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1726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2498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2498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Task metadata: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23269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3269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instance_id: instance_NodeBB__NodeBB-04998908ba6721d64eba79ae3b65a351dcfbc5b5-vnan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240411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40411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repo: NodeBB/NodeBB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" y="248126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248126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255841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255841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Problem statement: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" y="263556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263556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**Title: Email Validation Status Not Handled Correctly in ACP and Confirmation Logic**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271272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271272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" y="278987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278987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**Description:**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286702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286702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294417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" y="294417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Admin Control Panel (ACP) does not accurately reflect the email validation status of users. Also, validation and confirmation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" y="302133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" y="302133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processes rely on key expiration, which can prevent correct verification if the keys expire. There's no fallback to recover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" y="309848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50" y="309848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if it's not found under the expected keys. This leads to failures when trying to validate or re-send confirmation emails.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550" y="317563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" y="317563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550" y="325278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" y="325278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Steps to reproduce: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550" y="33299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" y="33299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" y="34070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" y="34070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1. Go to ACP → Manage Users.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550" y="34842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" y="34842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550" y="35613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" y="35613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2. Create a user without confirming their email.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550" y="36385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" y="36385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37157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" y="37157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3. Attempt to validate or resend confirmation via ACP after some time (allow keys to expire).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37928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" y="37928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38700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7750" y="38700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4. Observe the UI display and backend behavior.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550" y="39471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39471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550" y="40243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50" y="40243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is expected:**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550" y="410146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7750" y="410146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550" y="417861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417861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Accurate display of email status in ACP (validated, pending, expired, or missing).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550" y="425577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750" y="425577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550" y="433292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7750" y="433292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Email confirmation should remain valid until it explicitly expires.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550" y="441007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029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7750" y="441007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0550" y="448722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7750" y="448722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Validation actions should fallback to alternative sources to locate user emails.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" y="456438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" y="456438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550" y="464153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7750" y="464153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**What happened instead:**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0550" y="471868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750" y="471868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550" y="479583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7750" y="479583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Expired confirmation keys prevented email validation.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0550" y="487299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7750" y="487299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" y="495014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7750" y="495014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 email status was unclear or incorrect in ACP.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550" y="502729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7750" y="502729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50" y="510444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7750" y="510444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"Validate" and "Send validation email" actions failed when the expected data was missing.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550" y="51816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039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7750" y="51816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0550" y="52587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7750" y="52587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2563EB"/>
                </a:solidFill>
                <a:latin typeface="Aptos Mono"/>
              </a:rPr>
              <a:t>**Labels:**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50" y="53359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750" y="53359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0550" y="54130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7750" y="54130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bug, back-end, authentication, ui/ux, email-confirmation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0550" y="57721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0550" y="59245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476250"/>
            <a:ext cx="76200" cy="209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550" y="466725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PROMPT FIELD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50" y="742950"/>
            <a:ext cx="93345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01820"/>
                </a:solidFill>
                <a:latin typeface="Aptos Display"/>
              </a:rPr>
              <a:t>Verbatim continuation of the same prompt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23950"/>
            <a:ext cx="11734800" cy="51435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2413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23950"/>
            <a:ext cx="11734800" cy="952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1314450"/>
            <a:ext cx="19050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others/result.json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1314450"/>
            <a:ext cx="17907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80" b="1">
                <a:solidFill>
                  <a:srgbClr val="667085"/>
                </a:solidFill>
                <a:latin typeface="Aptos"/>
              </a:rPr>
              <a:t>result.baseline_prompt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524000"/>
            <a:ext cx="11430000" cy="462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" y="1733550"/>
            <a:ext cx="2095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1905000"/>
            <a:ext cx="1600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40" b="1">
                <a:solidFill>
                  <a:srgbClr val="6D28D9"/>
                </a:solidFill>
                <a:latin typeface="Aptos Mono"/>
              </a:rPr>
              <a:t>  "baseline_prompt": 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209550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209550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Requirements: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217265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17265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loadUserInfo(callerUid, uids) function should include logic to retrieve and attach `email:pending` and `email:expired`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24980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24980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to each user object. These flags must be derived by resolving `confirm:byUid:&lt;uid&gt;` keys via the new `getConfirmObjs()`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232695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232695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and checking expires timestamps in corresponding `confirm:&lt;code&gt;` objects.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240411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40411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550" y="248126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248126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`getConfirmObjs()` helper within `loadUserInfo()` should fetch confirmation codes using `db.mget()` on `confirm:byUid:&lt;uid&gt;`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255841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255841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keys, then retrieve the corresponding `confirm:&lt;code&gt;` objects using `db.getObjects()`. The mapping must ensure each user’s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" y="263556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263556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confirmation object is accurately indexed by position.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271272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750" y="271272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" y="278987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" y="278987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Each database adapter MongoDB, PostgreSQL, and Redis, must implement a `db.mget(keys: string[]): Promise&lt;string[]&gt;` method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286702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7750" y="286702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their respective `main.js` files. This method takes an array of keys and returns an array of corresponding string values.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294417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" y="294417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" y="302133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7750" y="302133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`db.mget` implementation should ensure that for any keys not found in the database, the method returns null at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550" y="309848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50" y="309848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corresponding index in the output array. For Redis, this must be achieved using `client.mget`. For MongoDB, the objects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550" y="317563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50" y="317563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must be queried using a `$in` filter on `_key`. For PostgreSQL, the implementation must join `legacy_object_live` 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550" y="325278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750" y="325278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`legacy_string` tables to retrieve values by key.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550" y="33299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" y="33299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" y="34070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750" y="34070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`mget` implementation in all database adapters should preserve the input order of keys and explicitly return null for any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550" y="34842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" y="34842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key that does not exist in the data store. This behavior should be enforced in the return mapping logic.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550" y="35613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" y="35613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550" y="36385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" y="36385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`User.validateEmail` handler should retrieve the user’s email using `user.email.getEmailForValidation(uid)` before calling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37157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750" y="37157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`user.email.confirmByUid(uid)`. If a valid email is found, it must be saved to the user's profile using `user.setUserField(uid,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37928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750" y="37928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'email', email)`.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38700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7750" y="38700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550" y="39471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39471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The `User.sendValidationEmail` handler must use `user.email.getEmailForValidation(uid)` to obtain the correct email 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550" y="40243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50" y="40243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explicitly pass it as the email option to `user.email.sendValidationEmail.`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550" y="416814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7750" y="416814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Selected tests to run: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0550" y="424529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750" y="424529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test/database.js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550" y="432244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750" y="432244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test/database/keys.js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550" y="439959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099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7750" y="439959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test/user/emails.js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550" y="447675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7750" y="447675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0550" y="455390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7750" y="455390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Workspace: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550" y="463105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7750" y="463105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You have a writable local workspace at: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550" y="470820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7750" y="470820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/home/ec2-user/kv_cache_offloading/agentbench/repos/NodeBB__NodeBB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0550" y="478536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7750" y="478536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550" y="486251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7750" y="486251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Use the available filesystem and shell tools to inspect the repo, edit files when needed, run focused validation, and leave the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0550" y="493966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7750" y="493966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workspace in a state where a git diff can be captured.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550" y="501681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7750" y="501681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550" y="509397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7750" y="509397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Solve the issue in the workspace if you can.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50" y="517112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7750" y="517112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550" y="524827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109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7750" y="524827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>
                <a:solidFill>
                  <a:srgbClr val="6D28D9"/>
                </a:solidFill>
                <a:latin typeface="Aptos Mono"/>
              </a:rPr>
              <a:t>Expectations: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0550" y="532542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7750" y="532542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Inspect the real repo before deciding on changes.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50" y="5402580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7750" y="5402580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Use the available tools to read files, edit code, and run focused commands or tests when useful.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0550" y="5479732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7750" y="5479732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Do not stop at a plan if you can make progress on the fix.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0550" y="5556885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7750" y="5556885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Report only what you actually changed and actually validated.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0550" y="5634037"/>
            <a:ext cx="3238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67085"/>
                </a:solidFill>
                <a:latin typeface="Aptos Mono"/>
              </a:rPr>
              <a:t>114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7750" y="5634037"/>
            <a:ext cx="10458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172033"/>
                </a:solidFill>
                <a:latin typeface="Aptos Mono"/>
              </a:rPr>
              <a:t>- If you are blocked, explain the specific blocker briefly.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0550" y="57721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"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0550" y="5924550"/>
            <a:ext cx="114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2 OF 5 | PROMPT -&gt; REQUEST | REQUEST WRAPPER (LOCAL HELPER SCRIPT)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Task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Next, the prompt is wrapped for the model.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 xmlns:a="http://schemas.openxmlformats.org/drawingml/2006/main"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prompt is wrapped in model request fields.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system now knows the model, messages, request ID, and hints.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fields: model, messages, request_context, agent_hints.</a:t>
            </a:r>
          </a:p>
        </p:txBody>
      </p:sp>
      <p:sp xmlns:a="http://schemas.openxmlformats.org/drawingml/2006/main"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6D28D9"/>
                </a:solidFill>
                <a:latin typeface="Aptos"/>
              </a:rPr>
              <a:t>Request Wrapper (local helper script)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Request Packaged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4533900" y="2457450"/>
            <a:ext cx="5524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619625" y="2505075"/>
            <a:ext cx="3810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model</a:t>
            </a:r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143500" y="2457450"/>
            <a:ext cx="7048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5229225" y="2505075"/>
            <a:ext cx="5334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messages</a:t>
            </a:r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5905500" y="2457450"/>
            <a:ext cx="11620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5991225" y="2505075"/>
            <a:ext cx="9906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request_context</a:t>
            </a:r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7124700" y="24574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7210425" y="25050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agent_hints</a:t>
            </a:r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4533900" y="27241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4619625" y="2771775"/>
            <a:ext cx="733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tool_choice</a:t>
            </a:r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>
                <a:solidFill>
                  <a:srgbClr val="667085"/>
                </a:solidFill>
                <a:latin typeface="Aptos Mono"/>
              </a:rPr>
              <a:t>0</a:t>
            </a:r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 statement:\n...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request object, lightly truncated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"model"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"Qwen/Qwen2.5-7B-Instruct",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"messages"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"role"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"user",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"content"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"You are working on one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engineering task.\\n\\nTask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metadata:\\n-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instance_NodeBB__NodeBB-04998908ba6721d64eba79ae3b65a351dcfbc5b5-vnan\\n..."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}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"request_context"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"request_id"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"...::baseline_execution",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"phase"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"app_variant"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"upstream_deploy_coding_agent"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"agent_hints"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"priority"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5,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"reuse_likelihood"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0.9,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"expected_output_tokens"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2048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"tool_choice"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"auto"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No payload growth | model=Qwen/Qwen2.5-7B-Instruct | tool_choice=auto | request_id=...::baseline_execution</a:t>
            </a:r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9267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D4FC3-C9FD-4C82-91F9-9D370A9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67793-9966-4524-9D2A-0BA1249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77FD-5D06-460D-BDC9-1E55E45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 | REQUEST -&gt; AGENT RULES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32FD-A172-4A58-8E82-1883119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agent rules are layered into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E2FE-FDE2-40A1-AD5C-835A02E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3E3F-3255-4940-B90A-CD44942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D818-3017-4E40-9A62-E929A95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A479-FA44-4765-ACE9-B1F9C2B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0F078-9BB5-4E59-BFED-D0AE62FE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1F9A7-8CD9-4101-A2E3-C351E28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896E1-3509-40EA-9FCB-F44146A3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2424-C4B6-4AE8-8F8B-439CFB92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89E81-02A6-4889-9577-7004DC8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60361-4957-480D-8BDB-93F7A9B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DF24-5BC6-4B5C-B27B-3428707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DCDDE-F317-417A-B396-FD4FD68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052E7-1154-4066-BB85-D0793019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35CCC-CBB7-42E4-8742-E001622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E7502-C6D3-4A98-B1EC-FB04491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Coding-agent behavior rules are layered around the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02F61-9EC7-4D58-AFED-5B189655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0401A-A59E-40D9-A781-42710609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They tell the agent how to behave: inspect, use tools, and verify.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5F80C-BF55-4AFA-A052-5EA24C6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F236D-09D0-42F6-A424-7B35AB1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36F80-2ADB-4FF8-BFBE-FCF3494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33FDB-5F72-4167-AD49-E17B755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D062C-0630-4209-B859-9FEDFF5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286A6-7502-4F9B-B794-E1C7775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C075E-6D74-414B-9FDF-2067207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3316E-28BD-46EA-A61D-585A74E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FF6F7-EAE6-46F6-B609-7F9BD99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649EF0-BA93-4F8C-A6DA-084012D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81F45-6752-4AE5-B3E6-4406EFD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CF01A-3BBB-4343-B1A5-530D0204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814BD6-9E41-4AA0-BE60-86AA061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3FB14-EB75-4CBA-AAA9-49C087F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F8DB3-4215-4D3C-8F5C-48EFC32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C9A9E-BA5F-40AB-A057-8DBED4D2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AE9F64-4009-40F9-B3F3-2A84A8B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658FB-28C7-4435-B8D7-97BB090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0DAEF-7F8B-4C7C-B7D7-E8C0668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3502F-E4E6-48E2-BCA0-FF45445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E6CAF-6071-49D0-BD1D-E3C357E3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45FA0-92B7-41E5-A55E-1D7E1B44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E39FFD-163A-4781-9251-6D72815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86971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0508A-E6B8-4008-857C-182A847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949A-3710-44DF-8E7C-687B15F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7E85-3CA4-4DD4-8F1C-82E41F2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 | TOOLS -&gt; RUNTIME PREPARED | DYNAMO RUNTIME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4360D-D39D-4C0B-A7A2-E03CA52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runtime adds tool and token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F7A8-F305-4B4E-9B8C-CF2E282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D7A4-F1CB-4160-BC85-3D2A15C9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2D129-A2A0-41D5-9B3A-6F2EE84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E0297-A039-45E0-9F2D-0C1A443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FF782-9090-4F9C-8AD7-2FD148F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FF7A-A625-464E-8997-F0F9762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9901-77C6-448B-B7D5-1762FEF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2E20F-AC6E-4961-AF10-B601BB9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3EC79-5BA6-4DC0-8F6C-2FF148C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E48E1-1C8A-4472-8C92-C15D254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37158-C0E9-405F-AEBF-98A25172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D728-CFDB-4D14-A618-0E5214D8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64FCD-3BAA-4095-AFFD-B9BEA17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43CF5-806F-415E-BBC6-A95183B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640EF-BBB1-4EC3-80F2-1D88391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and runtime preparation evidence is attached.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9FF1D-9C1A-4518-8CEA-DB5DF89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45305-7DB4-46ED-B56F-6B21949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tools, parser, token counts, and cache signals.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B175D-46DB-4CD3-8249-AAAC22A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A7BAF-6DDD-4942-80EC-3D101DE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714BA-A0F9-4F0B-80C6-43E84C9A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E022D-A25D-4D0F-AA24-C98DDC6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7D28C-3033-47BE-96FF-4363B2E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0599D-DE63-416B-8D14-D0C7C1C7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789A1-C487-45EE-9639-026597B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7ACC4-766D-4CB3-943C-3138C2B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05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6AB2C-39DF-4E04-AE83-19B6A4AA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24574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5ADCF-5D60-45B4-8F16-7582E55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265" y="25050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853AEE-F7B7-4312-B559-E9A00B20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42113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1C7C6-EA0E-498F-9D65-D3B8ED5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71775"/>
            <a:ext cx="12496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7AE60-889B-4242-A7A1-22163D6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847F6B-DADC-47C1-89EA-CF944B9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D526F-7005-41E0-B6F3-8A87AC27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3220A-A7E0-47C0-A535-B1DE53A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7B168-DD4E-4036-B7F2-4533229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37962-465B-47A4-BD24-F8DC9EA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ACF34-F40C-4870-A6E5-8171C46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 xmlns:a="http://schemas.openxmlformats.org/drawingml/2006/main"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6B0546-C363-41AE-B093-A9B95A31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79B44B-0412-4604-AA0C-68231E0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454FF0-B1ED-4948-BB4E-F8072C1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E4CA68-389D-4704-96FD-BFF0B20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F564AA-9589-4FB5-801E-0F231974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parser_observed=True | prompt_tokens=12553 | cached_input_tokens=12544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859340-F1DF-4168-B22B-407E6AC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39338-4DE8-44D8-BBD8-4DF85B3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BED890-2976-462F-BEAA-441DD84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09123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BA132-8087-42AF-A38C-A2E20BB5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AD595-CC07-473F-96AA-577A7564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6231-B0E7-47E4-8456-B428A22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 | RUNTIME -&gt; BEHAVIOR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6395-D85A-4BBF-9EFD-2ADDAA8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Finally, we observe what the model actually did.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4584-A3E8-4403-9415-0B7CD8D9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C6FCC-6B23-4390-A22F-F22E08B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540E4-2AF1-49FA-B807-5024447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057A1-EC1B-467E-ABF5-F1AEE7F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08F6-382A-4906-BCC8-3FBFAA1C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8A144-BBB2-4E66-87D3-A3A9DCD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ECE9D-86B4-470D-B744-352FD36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8D0C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A09FE-46EB-43DC-A21A-7565405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75ABB-EE54-414D-A83A-FD39118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143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693C4-B5AB-4D97-BB5D-B9C10D18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15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BB1C6-DADA-4ED0-A74E-449BA2DE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C67CF-1325-49D7-956E-A7D606DA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47D34-FC5A-4192-9D12-9B382B1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56147-0B88-41E6-B756-97C2C681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E7C5D-242B-4D02-A7DE-524412B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prepared request becomes an observed behavior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9FB67-EB7D-4864-A322-B1FF214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41672-2ED9-44A3-8A00-3A7B414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14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what the model actually did, not just what we expected.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00439-C54C-4FDF-887A-7BB822BC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FAF63-E012-4464-837D-BFA8008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F363-A01F-4D02-AF00-DFC1213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D2F14-FA39-4F54-ACE0-8852A391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A8411-63E2-49B1-9304-0DF9861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97614-BD14-499B-BEA5-164408DC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9186D-6269-429E-A0BA-F53D714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F5352-5269-4C3E-B04C-FFC4F7B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DF7E5-7074-4C51-8DDA-EED9CE0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030" y="24574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46100F-AE7F-4737-909A-B3F0CB2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55" y="25050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4DC7C-933E-4F3D-A5D4-1AABD4D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EA57A-6E0A-4084-A0A8-AB656945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D99DD-C904-4221-A8E2-E3FE5A2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2415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C5D40-6F60-4F46-B0C7-FD9F8100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77177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EEC416-0629-4370-B161-1DFB4B9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724150"/>
            <a:ext cx="12915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C2E67-BA05-41D2-B358-894049F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945" y="2771775"/>
            <a:ext cx="11201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CBF267-20D3-48CF-A942-5927BD1E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64B1CA-607B-4FB5-B417-975D8079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F2276-6266-417D-98C3-90B4707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5B5B0-E46A-4B7D-84A6-B713890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99A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DD38C3-C242-415C-A5E5-2E59C36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0EBF32-FD2A-41B2-B716-6C560E7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008921-B214-4EB0-BB8F-C01BDCC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08C0A5-0096-42B9-96A9-C978DEC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6BEC20-43D6-43CF-B063-C6BBF3A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CB160-2527-40DE-9DC4-CBA6DA0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62275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4296C-3486-490E-A4BF-B1B0CD2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 xmlns:a="http://schemas.openxmlformats.org/drawingml/2006/main"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8A4F27-7C9B-45D8-952C-7DE19636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49C85F-FE69-48CB-A850-5C1556B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72D44-D454-4BCA-9AD9-0FEBACF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F3FA0F-4B32-47B2-AEFF-536F7470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311237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D5A75-FE81-486D-B954-94C81C5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C9AED-82C8-4DAC-A408-8A089582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1FE0-BC46-46CA-9B6A-0963F5E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4EEE-4E37-4ACA-81CA-4E5610EE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adds specific fields that explain the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A94A8-C73E-413D-8FE0-7699C99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easiest way to read this slide: the left column names the step, the middle shows the new fields created at that step, and the right side shows whether the payload grew.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2234-57DE-4E70-8F19-02EA947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0454-3E28-47AF-B0E6-F822B79E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315AF-10E6-437D-A769-8DB9F1B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4E1B8-3B68-47F9-8033-242627A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4315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Fields added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6D995-FECF-4C0E-8B13-CDF4063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F2834-662E-437D-88B6-AC548EE6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4315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 of the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1F8F-206A-4C39-96E5-13FD9127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66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C1AC9-B97C-4372-9784-CD981C4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43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7EF71-A298-4524-B267-055ACB8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01E89-9B2B-414E-92F1-20D5452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774AB-6CA8-473D-98B2-3883D9D9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5270-EE0C-4E93-BB44-A2B4D2C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D1C7B-EB59-4D1E-9489-34E3B31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A385A-B5DC-45FD-8AD1-4BF7225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336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38528-939C-41F3-8CDD-F824C13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9029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F9C6F-AC5B-47B5-AE71-5C90D2A2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33675"/>
            <a:ext cx="7315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base_commit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7805B-4FE6-4B89-A629-625F6E88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720" y="26860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CDC4C-7C12-4062-9DDB-462D910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27336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+4 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33455-FB2E-4C0E-99E9-DC7BD8FE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Established the starting task description from dataset fields before any prompt assembly.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F3FC6-841F-4734-B5A8-D875E6A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860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+1,330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83B06-8B74-45E0-945A-2691456C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670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A1EA0-14A0-45C8-A3A6-3C8608CF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7B9E8-2628-44AE-889E-C6ECAF9F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4F512-7DAC-4796-8CDA-AF241FDD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182BF-9078-4106-90B9-B0C9C62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280C4-BACD-429A-AD84-7FF86BF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DA3D0-92D4-4B27-81AD-458CE32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5791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74C1A0-4976-49D1-A4D0-348A3CF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8025"/>
            <a:ext cx="40767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C98C2-E4C4-47A8-AFA0-04572C24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problem_statement, requirements, selected tests -&gt; prompt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CF3AF-F379-473C-A31B-CDE78C1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0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597FF-65E6-4F21-ACE5-65883A8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813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grew here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5773F-F9E0-4F29-ADA2-74210AB4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B228DE-F70B-4171-96CA-099C7B5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3550AB-609A-4F9A-8DE0-C134C04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9AFE15-0686-416A-92DD-C27DCDD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E63BDA-4BC0-49AE-B69D-08AA539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E4276F-F3CD-42B5-8D6E-C49010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D27FA-A45A-498C-86DD-71F2700D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62375"/>
            <a:ext cx="381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890A1A-0DA8-4028-8322-2BB7769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7086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9E56B4-5FA3-4344-B179-2970C804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762375"/>
            <a:ext cx="53721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DB0B49-30DB-4FD4-B831-DC5C27D2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410" y="37147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A7A84-D871-4B4D-9207-9963824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35" y="37623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29F8AC-1BBB-4864-8C9F-263D806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-&gt; messages[0].content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06DFC7-99D4-4158-BCEE-A85A98F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147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B13B2-3567-4B41-87C7-C329C98E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957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6DCCC2-F79F-4EA9-98B8-F029206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F6E79-072F-4B86-8B85-E002FAF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5AA782-5027-4B0A-A828-ECD90A5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434326-D31E-4EFE-8D27-5A865AA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A2B06B-4755-45B6-97A5-41547BD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5F7564-F912-4FED-90D4-12A9F06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B5C98E-7CCA-4C07-AAC9-393924D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38DA0-1DAA-4FE7-BE56-67DF584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interpretation now includes system instructions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1B9FBB-30D4-4867-8242-C3C4C8B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827E48-7E5C-4305-A4A8-7D9C4CD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00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DA0F40-FE8D-4042-9EE2-F19734D8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8E4FB5-A784-414D-9292-4F48494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31FD42-4ACF-4157-ADD2-0501D14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2F77D5-F1B1-4B5F-8CB9-08E5451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F18995-7637-4E28-8C19-1B5B463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87480C-DFA9-4155-AD48-9749C4C9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893884-FE60-45CD-8F96-72825B7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D7CD97-87EF-4138-84C7-38FB5369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0" y="4743450"/>
            <a:ext cx="161544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F51E53-6463-463D-9BD8-7B1D7E8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315" y="4791075"/>
            <a:ext cx="14439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tool_parser_names_seen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9A0ABE-4D74-4E24-93C8-2F654F3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47434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1D2C4E-CD2B-4C95-850D-2463DAA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905" y="47910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3B49E4-8E2A-405D-8EBF-549E3AC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view now includes tool surface and parser metadata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AC7527-D4A5-4930-B6E0-8111DDF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434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EBD797-988E-4E01-AF30-CBC13F6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244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74A570-2892-4745-8C67-3733B403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0D9C04-86E2-445F-A6AD-801551BC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07C850-255B-44E7-B6A4-6582391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184A89-1BDC-4B16-87E8-C1160D2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4E3372-3C2C-4DC9-8524-9A12481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571C712-9EC0-4E28-A691-6A6DD79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0325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6BCBC3-367A-4670-9013-DF51FF6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05425"/>
            <a:ext cx="86106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prompt_tokens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574E0E-D123-449B-BD6A-D0EA2C3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2578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B00B10-06BE-4C47-B468-BFADFA32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385" y="5305425"/>
            <a:ext cx="1314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cached_prompt_tokens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EE8781-AD82-4B4C-BFD8-E4564245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525780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8AC7D38-C66D-4D1C-A1AC-DEEDE50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435" y="530542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B401A5-8F7C-43EC-AF53-A3C25F54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now carries observed runtime preprocessing metrics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F14313-5F9B-4D5B-B33B-2871C19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57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A57794-5F3A-4841-B18A-2BE3C6F4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4387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B5AC82-9C5A-4F17-BA4B-A6659449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9B285D-2ECA-4555-A511-E415FC5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06C792-58FE-4AA7-8C8A-F63118C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185714-B282-4F09-AFA1-8A38023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657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044BCA-CC2A-4F47-A607-0481333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43A90E-6B52-49DD-A0AC-49385ED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17449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4EB2A7-0CB1-4DE1-83DA-ECFF070B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819775"/>
            <a:ext cx="15735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14298E-688C-4353-BFF0-8E8A0A8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57721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89E39A-681D-439A-B05C-4B48887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5819775"/>
            <a:ext cx="1695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418A5A-1400-4952-9E4A-1E844329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5772150"/>
            <a:ext cx="6438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8F581C-1DC0-48D3-9D55-6731F0D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905" y="5819775"/>
            <a:ext cx="4724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54C866D-2A35-4669-82DA-0481033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state -&gt; response and outcome state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2635A6-CB89-4ABF-9A42-D1636C08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772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0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2E33EF-EC3C-48A3-9638-35659C2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531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367036-6157-4F40-AFEF-750B696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30CB38-238D-4C99-A58F-9192A92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6FF085-95E6-4756-9B61-551AD36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344681-D314-48AF-9C40-D584BAB8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158192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25783-100F-4C9B-83B2-29E0744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FDAE-209A-4DAC-A15A-75C6AFB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4D302-6F31-4AE5-ADF6-F459536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A7791-03AB-4CEE-BEB3-1464F6D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leaves a short proof trail executives can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4870B-E1E8-4EEB-8FC6-F44972F3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BD66F-CCE0-48F7-B828-6EBAC07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+5,576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DE57-B044-4A7A-9750-36EF21D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 wrap="square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13357-2B59-44BF-917C-5958F43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growth: raw task becomes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FC89E-BC5D-46F2-A11F-B4F221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12E41-BDED-4526-8B36-4C56E0D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F6062-1404-4EF0-8BAB-006447B3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5100-7ECA-4F62-8B11-2FD6C57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same request, more runtime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105C2-623B-410E-B361-D6B8BB3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AC4E3-135B-471B-9A49-059914B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+2,066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9A322-321E-4566-BD5E-ACA32DB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Behavior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48A60-AB62-43D8-B065-B95958F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response and tool outcome are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CCE0A-EA8F-4AAD-A078-DC20387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5A8CB-ABF9-4193-A1C8-87ECBE9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6B5A8-7B56-4DBD-9B18-8250EB4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638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7FAAE-45FD-462E-8156-7024C6F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448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F509F-49C5-4792-AF7E-05DC227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BED5E-6A0C-4855-BC9C-8413E07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3867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CC4F3-EEEF-4876-8E32-B1D9C47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9B5CC-1ED0-43A3-8A70-4481F15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718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9E94-B965-4E5F-BBC4-7A8EED7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943E0-0F6C-49BA-9EB0-75EF518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FEA51-69D9-46A3-BA82-0AFD9E36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74397-8D85-43F7-8250-6067235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766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E517C-CAF4-4FD2-BE0F-995C10C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A132F-D534-4D32-B9C8-61C09C1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86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+1,330 | Output record grew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CDFFD-5758-4792-AE6A-5EE7BF3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07EF7-958C-4E86-AA6F-D802C6B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B985E-C481-4CA3-B4E0-232A809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76A86-6060-4338-8B7A-2BE4C6F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87392-5608-42E0-94BA-1277528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65BFF7-6372-4865-BFB7-C4196D52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7EDE1-B61F-4816-8EDC-DE767976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95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+5,576 | Prompt grew here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1465E-C7F2-4E9E-AAF5-8FA51FD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D12F0-4171-440E-89D3-EF10EAD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131C31-8E06-40C5-8F5E-FD8903E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0573B9-95A1-4447-9AE5-6E61318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A858CE-2D05-4F68-B5F9-D1F95FCB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frontend=http://127.0.0.1:8000/v1/chat/completio...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1AA652-2E29-4D63-81D3-1EA3F13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too...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8912A-1266-4F80-BAA6-33E8B6E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05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D6A28-BAC5-4C28-929C-E63F021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12D056-23C2-40DD-A97C-90C824C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2D96D6-8731-4FA0-9E95-49333CD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913DE-9273-420F-9B09-A91B21A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A05A91-0D28-465A-BDBE-CC8FA2D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0535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AC5F6F-C05F-4B9E-9850-002BE305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E4F68A-E77C-43AB-956F-04AE77F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14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38CD65-A965-4090-B56D-EFC2BDB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919940-CCD2-4CE3-BB2B-0AC39B4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95FBA7-231E-457B-8656-D6FFC15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42859-D924-4425-B239-43F4EB7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E8EEB-F2FC-4682-B769-F5943B0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1492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exe...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71947B-3333-4C64-A9EA-C0549E8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1492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ta...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94262E-71AD-42DE-95D6-4C0DEAA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24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528132-FBE6-4A02-8575-A69B1A3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B5632C-F037-4C52-AE9F-B7DCF113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7A9119-B9AA-4700-886C-607DDF5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936ABF-D4E2-43E6-96EE-E244B28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E5240E-6075-479E-A561-C2B146A0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0C2EA3-BA25-46E0-A7BB-9F3B3FDC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EEDDDD-AD28-447B-B3BB-3CBB16A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340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ABE275-F097-474F-BD56-EAF0975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3EA0DE-E2C7-4443-97CB-055F619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4B2E8-F55B-49D3-8C19-A22B4E6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E451E1-7728-463D-AE3E-2E798B0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485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8393F4-49B7-47EF-A669-1B0C1F8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34075"/>
            <a:ext cx="3448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workspa...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3084B5-B494-41BA-807F-D710E63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340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AB28DC-3949-4DEB-8921-8A99FFB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+2,066 | Output record grew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D53AB2-97A2-4395-B4DB-F416D9E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D0E517-839C-4FC9-B9C7-0488EE5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282040-9769-41DF-9EAC-C8A86BF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3A68C9-45EE-483D-9357-28C0F389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876660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C6526-A0DA-4873-8170-CD0B151E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87912-D235-470C-9332-DA53D84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A9CE-C8AA-4028-B9A9-48173B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5B18D-F3C4-4204-B0A4-83C0C3E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We can now explain how one real engineering task becomes model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B452-0734-4C67-A19C-C877A8C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experiment followed a NodeBB SWE-bench Pro task through the prompt pipeline: task intake, prompt construction, model request packaging, runtime preparation, and observed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FCF53-EFAE-4E7E-A5E3-8249545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818A-86A9-4612-B8F7-38D59A9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B1C79-BBD1-4816-A57A-6018623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WENT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8D140-B1A2-4B9E-A086-F29EA91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Real NodeBB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0E207-77D6-4E27-A06E-53A91B5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concrete email-validation bug with repo context, requirements, selected tests, and a target workspace.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7438-12C5-40FF-87BF-1CA82B8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2D6B9-1B54-4C8E-B824-F8C6DA0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C8AF7-BA80-4C80-A853-CFF85291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3ECF5-0AFF-4BFC-9899-FA70B46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+5,576 chars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6BF31-2F06-4DAE-B9FD-8BCBA47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largest transformation happened when raw task fields became one runnable agent prompt.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D83AE-B1AF-47A2-8868-9DB42853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98D4A-CB3B-4403-B8FC-5CD8C64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7BC3-F285-4A65-9699-93A9F7E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2AD64-3599-48E4-B0E8-27CCE14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Qwen 2.5 7B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F0662-03D6-4DAD-B807-50BB1C8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prompt was packaged and sent through the stack using Qwen/Qwen2.5-7B-Instruct.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D39D-F933-44CE-A4D2-5D9E18B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C4175-DB93-4FBD-9DAE-F9474CA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14C2C-2F26-4980-A1FA-9D32D49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CAME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00490-1695-4C7E-BC49-87BD0B5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Behavior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DD5A4-AF83-451F-A31C-248064D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record shows tool calls, response status, and whether the workspace changed.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537D3-7168-4190-8E9F-90B6BB6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7145">
            <a:solidFill>
              <a:srgbClr val="D9770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05D06-50D5-4E9F-B7D3-FEAE342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AC883-3564-4B77-9210-792EAA8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Simple 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24B0C-F116-467E-94D9-B37F1332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6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prompt pipeline is now explainable stage by stage: we can see the structure before and after each handoff, the fields each layer adds, and the evidence produced by the run.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E1CA9-9A70-4DAF-82D0-56337D03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24765-EF67-4039-87B6-04FBAC0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81258-F645-44D1-B076-4C4FFF2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341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0624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2026-05-18T19:45:15.8280000Z</dcterms:created>
  <dcterms:modified xsi:type="dcterms:W3CDTF">2026-05-18T19:45:15.8280000Z</dcterms:modified>
</coreProperties>
</file>
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HintBench Experiment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Single-Host LangChain Client-Path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11827"/>
                </a:solidFill>
              </a:rPr>
              <a:t>Best one-line summary: HintBench Experiment 3 is a single-host, 4-stage LangChain client-path benchmark that sends hint-carrying requests directly to a local Dynamo frontend and one local SGLang worker, with full client-side checkpoint logging.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Scope: only Experiment 3, with LangChain present and no shim.</a:t>
            </a:r>
          </a:p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Pipeline type: request generator -&gt; LangChain -&gt; Dynamo frontend -&gt; SGLang worker.</a:t>
            </a:r>
          </a:p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Run target: localhost frontend on port 8000 via run_dynamo_single_host.sh.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Setup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All components used in Experiment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11827"/>
                </a:solidFill>
              </a:rPr>
              <a:t>Experiment YAML
baseline_round_robin_langchain.yaml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1554480" cy="777240"/>
          </a:xfrm>
          <a:prstGeom prst="round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11827"/>
                </a:solidFill>
              </a:rPr>
              <a:t>run_experiment.py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155448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11827"/>
                </a:solidFill>
              </a:rPr>
              <a:t>shared_prefix.py
request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1645920" cy="777240"/>
          </a:xfrm>
          <a:prstGeom prst="roundRect">
            <a:avLst/>
          </a:prstGeom>
          <a:solidFill>
            <a:srgbClr val="FFE4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11827"/>
                </a:solidFill>
              </a:rPr>
              <a:t>langchain_loadgen.py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137160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11827"/>
                </a:solidFill>
              </a:rPr>
              <a:t>ChatOpenAI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371600"/>
            <a:ext cx="1828800" cy="777240"/>
          </a:xfrm>
          <a:prstGeom prst="round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11827"/>
                </a:solidFill>
              </a:rPr>
              <a:t>Dynamo frontend
localhost:8000</a:t>
            </a:r>
          </a:p>
        </p:txBody>
      </p:sp>
      <p:sp>
        <p:nvSpPr>
          <p:cNvPr id="10" name="Chevron 9"/>
          <p:cNvSpPr/>
          <p:nvPr/>
        </p:nvSpPr>
        <p:spPr>
          <a:xfrm>
            <a:off x="2697480" y="155448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434840" y="155448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172200" y="155448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001000" y="155448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555480" y="1554480"/>
            <a:ext cx="457200" cy="41148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2926080"/>
            <a:ext cx="3017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11827"/>
                </a:solidFill>
              </a:rPr>
              <a:t>run_dynamo_single_host.sh
starts and verifies the single-host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26080"/>
            <a:ext cx="2560320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11827"/>
                </a:solidFill>
              </a:rPr>
              <a:t>Single local
SGLang 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926080"/>
            <a:ext cx="2377440" cy="1005840"/>
          </a:xfrm>
          <a:prstGeom prst="roundRect">
            <a:avLst/>
          </a:prstGeom>
          <a:solidFill>
            <a:srgbClr val="FFE4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</a:rPr>
              <a:t>HintBench outputs
metadata.json / results.jsonl / summary.json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No live_hint_router.py in this experiment.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Frontend URL must be http://127.0.0.1:8000/v1/chat/completions.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Default worker flags: --enable-cache-report --enable-priority-scheduling --radix-eviction-policy lru.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How one request moves through the Experiment 3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1. Experiment config selects client_backend = langchain and shared_prefix workload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2. HintBench generates raw request rows with messages, request_id, prompt_id, and hint_payload.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3. LangChain path reads each request row and logs it before transformation.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4. Raw messages are converted into LangChain message objects: SystemMessage, HumanMessage, AIMessage.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5. hint_payload is wrapped into nvext.agent_hints using LangChain extra_body.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6. ChatOpenAI sends the OpenAI-style request to the local Dynamo frontend.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7. Dynamo frontend routes the request to the single local SGLang worker for inference.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8. HintBench writes normal run outputs and prints checkpoint logs to stdout.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Run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Exact commands for the single-host LangChain client-path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97280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FFFFFF"/>
                </a:solidFill>
                <a:latin typeface="Courier New"/>
              </a:rPr>
              <a:t>Start / verify the single-host stack
cd ~/kv_cache_offloading
./run_dynamo_single_host.sh start
./run_dynamo_single_host.sh status
./run_dynamo_single_host.sh test
Install LangChain if needed
python3 -m pip install -U langchain-openai langchain-core
Run the experiment
python3 hintbench/run_experiment.py \
  --config hintbench/experiments/baseline_round_robin_langchain.yaml \
  --frontend-url http://127.0.0.1:8000/v1/chat/completions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Inspect the latest run with summary.json, results.jsonl, and metadata.json.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Use REQUEST_LOG_MODE = "full" in hintbench/constants.py for maximum checkpoint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Current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What this experiment can do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Generate synthetic shared-prefix multi-turn requests with stable hint payloads.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Send requests through LangChain instead of the default async client.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Show the request before and after LangChain transformation.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Show where hints are injected under nvext.agent_hints.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Send all requests through a local single-host Dynamo + SGLang stack.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Produce standard HintBench result artifacts plus detailed client-path checkpoint logs.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Support phase-aware debugging of the client path without involving the live shim.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Hints Currently 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Hints relevant to Experiment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828800" cy="64008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11827"/>
                </a:solidFill>
              </a:rPr>
              <a:t>NVIDIA hint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25880"/>
            <a:ext cx="8686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>
                <a:solidFill>
                  <a:srgbClr val="111827"/>
                </a:solidFill>
              </a:rPr>
              <a:t>priority: marks urgency / importance and is the main NVIDIA-documented hint used end to end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reuse_likelihood: likelihood the request benefits from existing KV cache or repeated prefixes.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agent_phase: workflow phase label; current experiment defaults to execution.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latency_sensitivity: how strongly lower wait time should be preferred.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program_id: which workflow generated the request; here, hintbench.shared_prefix.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context_type: kind of context being used; here, multi_turn_shared_prefix.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</a:defRPr>
            </a:pPr>
            <a:r>
              <a:t>expected_output_tokens: estimated response length.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11D48"/>
                </a:solidFill>
              </a:defRPr>
            </a:pPr>
            <a:r>
              <a:t>Not currently supported end to end in this setup: osl, speculative_prefill, session_control.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Experiment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Key settings from baseline_round_robin_langchain.yaml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4754880" cy="44805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Courier New"/>
              </a:rPr>
              <a:t>name: baseline_round_robin_langchain
router_mode: round-robin
model: Qwen/Qwen2.5-0.5B
workload: shared_prefix
client_backend: langchain
concurrency: 4
num_conversations: 4
turns_per_conversation: 3
max_tokens: 128
temperature: 0.0
request_timeout_s: 120
results_timezone: America/Chicago
shared_prefix_group: group-a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303520" cy="164592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</a:rPr>
              <a:t>Default hint_defaults
priority=5, reuse_likelihood=0.9, agent_phase=execution, latency_sensitivity=0.7, program_id=hintbench.shared_prefix, context_type=multi_turn_shared_prefix, expected_output_tokens=128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657600"/>
            <a:ext cx="5303520" cy="1280160"/>
          </a:xfrm>
          <a:prstGeom prst="roundRect">
            <a:avLst/>
          </a:prstGeom>
          <a:solidFill>
            <a:srgbClr val="D1FAE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11827"/>
                </a:solidFill>
              </a:rPr>
              <a:t>Log settings
REQUEST_LOG_MODE = "full"
CONVERTED_MESSAGE_LOG_MODE = "full"
HINT_INJECTION_LOG_MODE = "full"
REQUEST_DISPATCH_LOG_MODE = "full"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Outputs and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What you get after a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Run directory under hintbench/results/baseline_round_robin_langchain_&lt;timestamp&gt;/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metadata.json: experiment settings and run metadata.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workload.jsonl: generated request rows.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results.jsonl: per-request results.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summary.json: aggregate run summary.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stdout checkpoint logs from langchain_loadgen.py for request receipt, message conversion, hint injection, and dispatch.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Single-host service logs via ./run_dynamo_single_host.sh logs or logs -f.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Where the full client-path logs appear in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035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1827"/>
                </a:solidFill>
              </a:rPr>
              <a:t>1. Request received
Generated HintBench request rows are printed before LangChain converts messages or sends the request onward.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03520" cy="822960"/>
          </a:xfrm>
          <a:prstGeom prst="roundRect">
            <a:avLst/>
          </a:prstGeom>
          <a:solidFill>
            <a:srgbClr val="D1FAE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1827"/>
                </a:solidFill>
              </a:rPr>
              <a:t>2. Messages converted
LangChain message objects are logged immediately after conversion.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303520" cy="82296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1827"/>
                </a:solidFill>
              </a:rPr>
              <a:t>3. Hints injected
Hints are injected into nvext.agent_hints via LangChain extra_body.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303520" cy="822960"/>
          </a:xfrm>
          <a:prstGeom prst="roundRect">
            <a:avLst/>
          </a:prstGeom>
          <a:solidFill>
            <a:srgbClr val="FFE4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1827"/>
                </a:solidFill>
              </a:rPr>
              <a:t>4. Request dispatched
LangChain sends the request to the frontend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These placeholders are intended for REQUEST_LOG_MODE = "full" after a sample run.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Each checkpoint can later be annotated with what changed from the previous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Placeholder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Generated HintBench request rows are printed here before LangChain converts messages or sends the request onward.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>
                <a:solidFill>
                  <a:srgbClr val="6B7280"/>
                </a:solidFill>
              </a:rPr>
              <a:t>Paste REQUEST_LOG_MODE = "full" output here after a sample run.
Suggested content:
- raw log excerpt
- short interpretation
- anything unexpected
Placeholder: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880360"/>
            <a:ext cx="10332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5E7EB"/>
                </a:solidFill>
              </a:rPr>
              <a:t>[ SAMPLE LOG GOES HERE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Placeholder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LangChain message objects are logged here immediately after conversion so they can be compared against the incoming raw messages.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>
                <a:solidFill>
                  <a:srgbClr val="6B7280"/>
                </a:solidFill>
              </a:rPr>
              <a:t>Paste REQUEST_LOG_MODE = "full" output here after a sample run.
Suggested content:
- raw log excerpt
- short interpretation
- anything unexpected
Placeholder: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880360"/>
            <a:ext cx="10332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5E7EB"/>
                </a:solidFill>
              </a:rPr>
              <a:t>[ SAMPLE LOG GOES HERE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Placeholder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Hints are injected into the outgoing request here under nvext.agent_hints via LangChain extra_body.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>
                <a:solidFill>
                  <a:srgbClr val="6B7280"/>
                </a:solidFill>
              </a:rPr>
              <a:t>Paste REQUEST_LOG_MODE = "full" output here after a sample run.
Suggested content:
- raw log excerpt
- short interpretation
- anything unexpected
Placeholder: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880360"/>
            <a:ext cx="10332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5E7EB"/>
                </a:solidFill>
              </a:rPr>
              <a:t>[ SAMPLE LOG GOES HERE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Checkpoint Placeholder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LangChain sends the request to the frontend 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>
                <a:solidFill>
                  <a:srgbClr val="6B7280"/>
                </a:solidFill>
              </a:rPr>
              <a:t>Paste REQUEST_LOG_MODE = "full" output here after a sample run.
Suggested content:
- raw log excerpt
- short interpretation
- anything unexpected
Placeholder: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880360"/>
            <a:ext cx="10332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5E7EB"/>
                </a:solidFill>
              </a:rPr>
              <a:t>[ SAMPLE LOG GOES HERE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Important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</a:rPr>
              <a:t>Experiment-specific boundaries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This deck is only for Experiment 3: Single-Host LangChain Client-Path Run.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Do not start live_hint_router.py for this experiment.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Use port 8000, not 8100.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This experiment is best for client-path visibility, not for multi-worker routing comparisons.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The LangChain path does not currently capture Dynamo-specific fields like ttft_ms, kv_hit_rate, cached_tokens, or worker_id.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Single-host is best for iteration and debugging, but it is not a substitute for the full multi-worker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